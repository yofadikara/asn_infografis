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</p:sldMasterIdLst>
  <p:notesMasterIdLst>
    <p:notesMasterId r:id="rId3"/>
  </p:notesMasterIdLst>
  <p:sldIdLst>
    <p:sldId id="260" r:id="rId2"/>
  </p:sldIdLst>
  <p:sldSz cx="9144000" cy="5143500" type="screen16x9"/>
  <p:notesSz cx="6858000" cy="9144000"/>
  <p:embeddedFontLst>
    <p:embeddedFont>
      <p:font typeface="Anton" pitchFamily="2" charset="0"/>
      <p:regular r:id="rId4"/>
    </p:embeddedFont>
    <p:embeddedFont>
      <p:font typeface="Barlow Condensed" panose="00000506000000000000" pitchFamily="2" charset="0"/>
      <p:regular r:id="rId5"/>
      <p:bold r:id="rId6"/>
      <p:italic r:id="rId7"/>
      <p:boldItalic r:id="rId8"/>
    </p:embeddedFont>
    <p:embeddedFont>
      <p:font typeface="League Spartan" panose="020B0604020202020204" charset="0"/>
      <p:regular r:id="rId9"/>
      <p:bold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ExtraBold" panose="020B0906030804020204" pitchFamily="34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1457"/>
    <a:srgbClr val="193985"/>
    <a:srgbClr val="535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60487B-A31E-4291-9FF1-7AE1C1612F53}">
  <a:tblStyle styleId="{2460487B-A31E-4291-9FF1-7AE1C1612F5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3F93C65-BEC1-43AD-96CD-C93F1471F90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tcBdr/>
        <a:fill>
          <a:solidFill>
            <a:srgbClr val="CDD8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8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0F85656-D600-4719-A35F-AFD5DBD34002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DC29A4-E0C2-472D-865B-C5B94ECA31F5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78" autoAdjust="0"/>
  </p:normalViewPr>
  <p:slideViewPr>
    <p:cSldViewPr snapToGrid="0">
      <p:cViewPr varScale="1">
        <p:scale>
          <a:sx n="88" d="100"/>
          <a:sy n="88" d="100"/>
        </p:scale>
        <p:origin x="588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tableStyles" Target="tableStyle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6a60eba39e_0_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6a60eba39e_0_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9%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27%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28%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26%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11%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0"/>
            </a:blip>
            <a:stretch>
              <a:fillRect t="-9239" b="-9229"/>
            </a:stretch>
          </a:blipFill>
          <a:ln>
            <a:noFill/>
          </a:ln>
        </p:spPr>
      </p:sp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-908631" y="4588971"/>
            <a:ext cx="6070431" cy="1021735"/>
            <a:chOff x="0" y="-38100"/>
            <a:chExt cx="2641500" cy="4446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2641483" cy="406400"/>
            </a:xfrm>
            <a:custGeom>
              <a:avLst/>
              <a:gdLst/>
              <a:ahLst/>
              <a:cxnLst/>
              <a:rect l="l" t="t" r="r" b="b"/>
              <a:pathLst>
                <a:path w="2641483" h="406400" extrusionOk="0">
                  <a:moveTo>
                    <a:pt x="2438283" y="0"/>
                  </a:moveTo>
                  <a:cubicBezTo>
                    <a:pt x="2550507" y="0"/>
                    <a:pt x="2641483" y="90976"/>
                    <a:pt x="2641483" y="203200"/>
                  </a:cubicBezTo>
                  <a:cubicBezTo>
                    <a:pt x="2641483" y="315424"/>
                    <a:pt x="2550507" y="406400"/>
                    <a:pt x="2438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69DD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0" y="-38100"/>
              <a:ext cx="2641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100" tIns="46100" rIns="46100" bIns="461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0" y="4991466"/>
            <a:ext cx="9143818" cy="152062"/>
            <a:chOff x="0" y="-38100"/>
            <a:chExt cx="4816592" cy="80100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4816592" cy="41985"/>
            </a:xfrm>
            <a:custGeom>
              <a:avLst/>
              <a:gdLst/>
              <a:ahLst/>
              <a:cxnLst/>
              <a:rect l="l" t="t" r="r" b="b"/>
              <a:pathLst>
                <a:path w="4816592" h="4198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41985"/>
                  </a:lnTo>
                  <a:lnTo>
                    <a:pt x="0" y="41985"/>
                  </a:lnTo>
                  <a:close/>
                </a:path>
              </a:pathLst>
            </a:custGeom>
            <a:solidFill>
              <a:srgbClr val="DF1258"/>
            </a:solidFill>
            <a:ln>
              <a:noFill/>
            </a:ln>
          </p:spPr>
        </p:sp>
        <p:sp>
          <p:nvSpPr>
            <p:cNvPr id="138" name="Google Shape;138;p17"/>
            <p:cNvSpPr txBox="1"/>
            <p:nvPr/>
          </p:nvSpPr>
          <p:spPr>
            <a:xfrm>
              <a:off x="0" y="-38100"/>
              <a:ext cx="4816500" cy="8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7"/>
          <p:cNvSpPr/>
          <p:nvPr/>
        </p:nvSpPr>
        <p:spPr>
          <a:xfrm>
            <a:off x="6342313" y="4694966"/>
            <a:ext cx="869992" cy="330960"/>
          </a:xfrm>
          <a:custGeom>
            <a:avLst/>
            <a:gdLst/>
            <a:ahLst/>
            <a:cxnLst/>
            <a:rect l="l" t="t" r="r" b="b"/>
            <a:pathLst>
              <a:path w="1739985" h="661919" extrusionOk="0">
                <a:moveTo>
                  <a:pt x="0" y="0"/>
                </a:moveTo>
                <a:lnTo>
                  <a:pt x="1739984" y="0"/>
                </a:lnTo>
                <a:lnTo>
                  <a:pt x="1739984" y="661919"/>
                </a:lnTo>
                <a:lnTo>
                  <a:pt x="0" y="661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0" name="Google Shape;140;p17"/>
          <p:cNvSpPr/>
          <p:nvPr/>
        </p:nvSpPr>
        <p:spPr>
          <a:xfrm>
            <a:off x="129308" y="4786354"/>
            <a:ext cx="4611784" cy="201242"/>
          </a:xfrm>
          <a:custGeom>
            <a:avLst/>
            <a:gdLst/>
            <a:ahLst/>
            <a:cxnLst/>
            <a:rect l="l" t="t" r="r" b="b"/>
            <a:pathLst>
              <a:path w="9223567" h="402483" extrusionOk="0">
                <a:moveTo>
                  <a:pt x="0" y="0"/>
                </a:moveTo>
                <a:lnTo>
                  <a:pt x="9223567" y="0"/>
                </a:lnTo>
                <a:lnTo>
                  <a:pt x="9223567" y="402483"/>
                </a:lnTo>
                <a:lnTo>
                  <a:pt x="0" y="402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1" name="Google Shape;141;p17"/>
          <p:cNvGrpSpPr/>
          <p:nvPr/>
        </p:nvGrpSpPr>
        <p:grpSpPr>
          <a:xfrm rot="5400000">
            <a:off x="-59541" y="-417953"/>
            <a:ext cx="1543020" cy="983590"/>
            <a:chOff x="0" y="-38100"/>
            <a:chExt cx="812800" cy="518115"/>
          </a:xfrm>
        </p:grpSpPr>
        <p:sp>
          <p:nvSpPr>
            <p:cNvPr id="142" name="Google Shape;142;p17"/>
            <p:cNvSpPr/>
            <p:nvPr/>
          </p:nvSpPr>
          <p:spPr>
            <a:xfrm>
              <a:off x="0" y="0"/>
              <a:ext cx="812800" cy="480015"/>
            </a:xfrm>
            <a:custGeom>
              <a:avLst/>
              <a:gdLst/>
              <a:ahLst/>
              <a:cxnLst/>
              <a:rect l="l" t="t" r="r" b="b"/>
              <a:pathLst>
                <a:path w="812800" h="480015" extrusionOk="0">
                  <a:moveTo>
                    <a:pt x="609600" y="0"/>
                  </a:moveTo>
                  <a:cubicBezTo>
                    <a:pt x="721824" y="0"/>
                    <a:pt x="812800" y="107455"/>
                    <a:pt x="812800" y="240008"/>
                  </a:cubicBezTo>
                  <a:cubicBezTo>
                    <a:pt x="812800" y="372560"/>
                    <a:pt x="721824" y="480015"/>
                    <a:pt x="609600" y="480015"/>
                  </a:cubicBezTo>
                  <a:lnTo>
                    <a:pt x="203200" y="480015"/>
                  </a:lnTo>
                  <a:cubicBezTo>
                    <a:pt x="90976" y="480015"/>
                    <a:pt x="0" y="372560"/>
                    <a:pt x="0" y="240008"/>
                  </a:cubicBezTo>
                  <a:cubicBezTo>
                    <a:pt x="0" y="107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E5E3">
                <a:alpha val="90980"/>
              </a:srgb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0" y="-38100"/>
              <a:ext cx="812700" cy="51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17"/>
          <p:cNvSpPr/>
          <p:nvPr/>
        </p:nvSpPr>
        <p:spPr>
          <a:xfrm>
            <a:off x="466465" y="76972"/>
            <a:ext cx="443921" cy="621489"/>
          </a:xfrm>
          <a:custGeom>
            <a:avLst/>
            <a:gdLst/>
            <a:ahLst/>
            <a:cxnLst/>
            <a:rect l="l" t="t" r="r" b="b"/>
            <a:pathLst>
              <a:path w="887841" h="1242978" extrusionOk="0">
                <a:moveTo>
                  <a:pt x="0" y="0"/>
                </a:moveTo>
                <a:lnTo>
                  <a:pt x="887841" y="0"/>
                </a:lnTo>
                <a:lnTo>
                  <a:pt x="887841" y="1242978"/>
                </a:lnTo>
                <a:lnTo>
                  <a:pt x="0" y="1242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5" name="Google Shape;145;p17"/>
          <p:cNvSpPr/>
          <p:nvPr/>
        </p:nvSpPr>
        <p:spPr>
          <a:xfrm>
            <a:off x="5419214" y="4676527"/>
            <a:ext cx="799474" cy="349397"/>
          </a:xfrm>
          <a:custGeom>
            <a:avLst/>
            <a:gdLst/>
            <a:ahLst/>
            <a:cxnLst/>
            <a:rect l="l" t="t" r="r" b="b"/>
            <a:pathLst>
              <a:path w="1598948" h="698794" extrusionOk="0">
                <a:moveTo>
                  <a:pt x="0" y="0"/>
                </a:moveTo>
                <a:lnTo>
                  <a:pt x="1598948" y="0"/>
                </a:lnTo>
                <a:lnTo>
                  <a:pt x="1598948" y="698795"/>
                </a:lnTo>
                <a:lnTo>
                  <a:pt x="0" y="698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6" name="Google Shape;146;p17"/>
          <p:cNvGrpSpPr/>
          <p:nvPr/>
        </p:nvGrpSpPr>
        <p:grpSpPr>
          <a:xfrm>
            <a:off x="6800850" y="-333478"/>
            <a:ext cx="2937468" cy="818645"/>
            <a:chOff x="0" y="-38100"/>
            <a:chExt cx="1206600" cy="510600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1206511" cy="472458"/>
            </a:xfrm>
            <a:custGeom>
              <a:avLst/>
              <a:gdLst/>
              <a:ahLst/>
              <a:cxnLst/>
              <a:rect l="l" t="t" r="r" b="b"/>
              <a:pathLst>
                <a:path w="1206511" h="472458" extrusionOk="0">
                  <a:moveTo>
                    <a:pt x="1003311" y="0"/>
                  </a:moveTo>
                  <a:cubicBezTo>
                    <a:pt x="1115535" y="0"/>
                    <a:pt x="1206511" y="105763"/>
                    <a:pt x="1206511" y="236229"/>
                  </a:cubicBezTo>
                  <a:cubicBezTo>
                    <a:pt x="1206511" y="366695"/>
                    <a:pt x="1115535" y="472458"/>
                    <a:pt x="1003311" y="472458"/>
                  </a:cubicBezTo>
                  <a:lnTo>
                    <a:pt x="203200" y="472458"/>
                  </a:lnTo>
                  <a:cubicBezTo>
                    <a:pt x="90976" y="472458"/>
                    <a:pt x="0" y="366695"/>
                    <a:pt x="0" y="236229"/>
                  </a:cubicBezTo>
                  <a:cubicBezTo>
                    <a:pt x="0" y="10576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E5E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0" y="-38100"/>
              <a:ext cx="12066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7"/>
          <p:cNvSpPr/>
          <p:nvPr/>
        </p:nvSpPr>
        <p:spPr>
          <a:xfrm>
            <a:off x="8307973" y="38978"/>
            <a:ext cx="619306" cy="256364"/>
          </a:xfrm>
          <a:custGeom>
            <a:avLst/>
            <a:gdLst/>
            <a:ahLst/>
            <a:cxnLst/>
            <a:rect l="l" t="t" r="r" b="b"/>
            <a:pathLst>
              <a:path w="1501349" h="621489" extrusionOk="0">
                <a:moveTo>
                  <a:pt x="0" y="0"/>
                </a:moveTo>
                <a:lnTo>
                  <a:pt x="1501349" y="0"/>
                </a:lnTo>
                <a:lnTo>
                  <a:pt x="1501349" y="621489"/>
                </a:lnTo>
                <a:lnTo>
                  <a:pt x="0" y="621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50" name="Google Shape;150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85891" y="2695"/>
            <a:ext cx="1028260" cy="42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0"/>
            </a:blip>
            <a:stretch>
              <a:fillRect t="-9239" b="-9229"/>
            </a:stretch>
          </a:blipFill>
          <a:ln>
            <a:noFill/>
          </a:ln>
        </p:spPr>
      </p:sp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grpSp>
        <p:nvGrpSpPr>
          <p:cNvPr id="158" name="Google Shape;158;p18"/>
          <p:cNvGrpSpPr/>
          <p:nvPr/>
        </p:nvGrpSpPr>
        <p:grpSpPr>
          <a:xfrm>
            <a:off x="-908631" y="4588971"/>
            <a:ext cx="6070431" cy="1021735"/>
            <a:chOff x="0" y="-38100"/>
            <a:chExt cx="2641500" cy="444600"/>
          </a:xfrm>
        </p:grpSpPr>
        <p:sp>
          <p:nvSpPr>
            <p:cNvPr id="159" name="Google Shape;159;p18"/>
            <p:cNvSpPr/>
            <p:nvPr/>
          </p:nvSpPr>
          <p:spPr>
            <a:xfrm>
              <a:off x="0" y="0"/>
              <a:ext cx="2641483" cy="406400"/>
            </a:xfrm>
            <a:custGeom>
              <a:avLst/>
              <a:gdLst/>
              <a:ahLst/>
              <a:cxnLst/>
              <a:rect l="l" t="t" r="r" b="b"/>
              <a:pathLst>
                <a:path w="2641483" h="406400" extrusionOk="0">
                  <a:moveTo>
                    <a:pt x="2438283" y="0"/>
                  </a:moveTo>
                  <a:cubicBezTo>
                    <a:pt x="2550507" y="0"/>
                    <a:pt x="2641483" y="90976"/>
                    <a:pt x="2641483" y="203200"/>
                  </a:cubicBezTo>
                  <a:cubicBezTo>
                    <a:pt x="2641483" y="315424"/>
                    <a:pt x="2550507" y="406400"/>
                    <a:pt x="2438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69DD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0" y="-38100"/>
              <a:ext cx="2641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100" tIns="46100" rIns="46100" bIns="461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0" y="4991466"/>
            <a:ext cx="9143818" cy="152062"/>
            <a:chOff x="0" y="-38100"/>
            <a:chExt cx="4816592" cy="80100"/>
          </a:xfrm>
        </p:grpSpPr>
        <p:sp>
          <p:nvSpPr>
            <p:cNvPr id="162" name="Google Shape;162;p18"/>
            <p:cNvSpPr/>
            <p:nvPr/>
          </p:nvSpPr>
          <p:spPr>
            <a:xfrm>
              <a:off x="0" y="0"/>
              <a:ext cx="4816592" cy="41985"/>
            </a:xfrm>
            <a:custGeom>
              <a:avLst/>
              <a:gdLst/>
              <a:ahLst/>
              <a:cxnLst/>
              <a:rect l="l" t="t" r="r" b="b"/>
              <a:pathLst>
                <a:path w="4816592" h="4198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41985"/>
                  </a:lnTo>
                  <a:lnTo>
                    <a:pt x="0" y="41985"/>
                  </a:lnTo>
                  <a:close/>
                </a:path>
              </a:pathLst>
            </a:custGeom>
            <a:solidFill>
              <a:srgbClr val="DF1258"/>
            </a:solidFill>
            <a:ln>
              <a:noFill/>
            </a:ln>
          </p:spPr>
        </p:sp>
        <p:sp>
          <p:nvSpPr>
            <p:cNvPr id="163" name="Google Shape;163;p18"/>
            <p:cNvSpPr txBox="1"/>
            <p:nvPr/>
          </p:nvSpPr>
          <p:spPr>
            <a:xfrm>
              <a:off x="0" y="-38100"/>
              <a:ext cx="4816500" cy="8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8"/>
          <p:cNvSpPr/>
          <p:nvPr/>
        </p:nvSpPr>
        <p:spPr>
          <a:xfrm>
            <a:off x="6342313" y="4694966"/>
            <a:ext cx="869992" cy="330960"/>
          </a:xfrm>
          <a:custGeom>
            <a:avLst/>
            <a:gdLst/>
            <a:ahLst/>
            <a:cxnLst/>
            <a:rect l="l" t="t" r="r" b="b"/>
            <a:pathLst>
              <a:path w="1739985" h="661919" extrusionOk="0">
                <a:moveTo>
                  <a:pt x="0" y="0"/>
                </a:moveTo>
                <a:lnTo>
                  <a:pt x="1739984" y="0"/>
                </a:lnTo>
                <a:lnTo>
                  <a:pt x="1739984" y="661919"/>
                </a:lnTo>
                <a:lnTo>
                  <a:pt x="0" y="661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8"/>
          <p:cNvSpPr/>
          <p:nvPr/>
        </p:nvSpPr>
        <p:spPr>
          <a:xfrm>
            <a:off x="129308" y="4786354"/>
            <a:ext cx="4611784" cy="201242"/>
          </a:xfrm>
          <a:custGeom>
            <a:avLst/>
            <a:gdLst/>
            <a:ahLst/>
            <a:cxnLst/>
            <a:rect l="l" t="t" r="r" b="b"/>
            <a:pathLst>
              <a:path w="9223567" h="402483" extrusionOk="0">
                <a:moveTo>
                  <a:pt x="0" y="0"/>
                </a:moveTo>
                <a:lnTo>
                  <a:pt x="9223567" y="0"/>
                </a:lnTo>
                <a:lnTo>
                  <a:pt x="9223567" y="402483"/>
                </a:lnTo>
                <a:lnTo>
                  <a:pt x="0" y="402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6" name="Google Shape;166;p18"/>
          <p:cNvGrpSpPr/>
          <p:nvPr/>
        </p:nvGrpSpPr>
        <p:grpSpPr>
          <a:xfrm>
            <a:off x="6800850" y="-333478"/>
            <a:ext cx="2937468" cy="818645"/>
            <a:chOff x="0" y="-38100"/>
            <a:chExt cx="1206600" cy="5106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1206511" cy="472458"/>
            </a:xfrm>
            <a:custGeom>
              <a:avLst/>
              <a:gdLst/>
              <a:ahLst/>
              <a:cxnLst/>
              <a:rect l="l" t="t" r="r" b="b"/>
              <a:pathLst>
                <a:path w="1206511" h="472458" extrusionOk="0">
                  <a:moveTo>
                    <a:pt x="1003311" y="0"/>
                  </a:moveTo>
                  <a:cubicBezTo>
                    <a:pt x="1115535" y="0"/>
                    <a:pt x="1206511" y="105763"/>
                    <a:pt x="1206511" y="236229"/>
                  </a:cubicBezTo>
                  <a:cubicBezTo>
                    <a:pt x="1206511" y="366695"/>
                    <a:pt x="1115535" y="472458"/>
                    <a:pt x="1003311" y="472458"/>
                  </a:cubicBezTo>
                  <a:lnTo>
                    <a:pt x="203200" y="472458"/>
                  </a:lnTo>
                  <a:cubicBezTo>
                    <a:pt x="90976" y="472458"/>
                    <a:pt x="0" y="366695"/>
                    <a:pt x="0" y="236229"/>
                  </a:cubicBezTo>
                  <a:cubicBezTo>
                    <a:pt x="0" y="10576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E5E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0" y="-38100"/>
              <a:ext cx="12066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8"/>
          <p:cNvSpPr/>
          <p:nvPr/>
        </p:nvSpPr>
        <p:spPr>
          <a:xfrm>
            <a:off x="8307973" y="38978"/>
            <a:ext cx="619306" cy="256364"/>
          </a:xfrm>
          <a:custGeom>
            <a:avLst/>
            <a:gdLst/>
            <a:ahLst/>
            <a:cxnLst/>
            <a:rect l="l" t="t" r="r" b="b"/>
            <a:pathLst>
              <a:path w="1501349" h="621489" extrusionOk="0">
                <a:moveTo>
                  <a:pt x="0" y="0"/>
                </a:moveTo>
                <a:lnTo>
                  <a:pt x="1501349" y="0"/>
                </a:lnTo>
                <a:lnTo>
                  <a:pt x="1501349" y="621489"/>
                </a:lnTo>
                <a:lnTo>
                  <a:pt x="0" y="621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0" name="Google Shape;170;p18"/>
          <p:cNvGrpSpPr/>
          <p:nvPr/>
        </p:nvGrpSpPr>
        <p:grpSpPr>
          <a:xfrm rot="5400000">
            <a:off x="-59541" y="-417953"/>
            <a:ext cx="1543020" cy="983590"/>
            <a:chOff x="0" y="-38100"/>
            <a:chExt cx="812800" cy="518115"/>
          </a:xfrm>
        </p:grpSpPr>
        <p:sp>
          <p:nvSpPr>
            <p:cNvPr id="171" name="Google Shape;171;p18"/>
            <p:cNvSpPr/>
            <p:nvPr/>
          </p:nvSpPr>
          <p:spPr>
            <a:xfrm>
              <a:off x="0" y="0"/>
              <a:ext cx="812800" cy="480015"/>
            </a:xfrm>
            <a:custGeom>
              <a:avLst/>
              <a:gdLst/>
              <a:ahLst/>
              <a:cxnLst/>
              <a:rect l="l" t="t" r="r" b="b"/>
              <a:pathLst>
                <a:path w="812800" h="480015" extrusionOk="0">
                  <a:moveTo>
                    <a:pt x="609600" y="0"/>
                  </a:moveTo>
                  <a:cubicBezTo>
                    <a:pt x="721824" y="0"/>
                    <a:pt x="812800" y="107455"/>
                    <a:pt x="812800" y="240008"/>
                  </a:cubicBezTo>
                  <a:cubicBezTo>
                    <a:pt x="812800" y="372560"/>
                    <a:pt x="721824" y="480015"/>
                    <a:pt x="609600" y="480015"/>
                  </a:cubicBezTo>
                  <a:lnTo>
                    <a:pt x="203200" y="480015"/>
                  </a:lnTo>
                  <a:cubicBezTo>
                    <a:pt x="90976" y="480015"/>
                    <a:pt x="0" y="372560"/>
                    <a:pt x="0" y="240008"/>
                  </a:cubicBezTo>
                  <a:cubicBezTo>
                    <a:pt x="0" y="107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E5E3">
                <a:alpha val="90980"/>
              </a:srgb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0" y="-38100"/>
              <a:ext cx="812700" cy="51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18"/>
          <p:cNvSpPr/>
          <p:nvPr/>
        </p:nvSpPr>
        <p:spPr>
          <a:xfrm>
            <a:off x="466465" y="76972"/>
            <a:ext cx="443921" cy="621489"/>
          </a:xfrm>
          <a:custGeom>
            <a:avLst/>
            <a:gdLst/>
            <a:ahLst/>
            <a:cxnLst/>
            <a:rect l="l" t="t" r="r" b="b"/>
            <a:pathLst>
              <a:path w="887841" h="1242978" extrusionOk="0">
                <a:moveTo>
                  <a:pt x="0" y="0"/>
                </a:moveTo>
                <a:lnTo>
                  <a:pt x="887841" y="0"/>
                </a:lnTo>
                <a:lnTo>
                  <a:pt x="887841" y="1242978"/>
                </a:lnTo>
                <a:lnTo>
                  <a:pt x="0" y="1242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8"/>
          <p:cNvSpPr/>
          <p:nvPr/>
        </p:nvSpPr>
        <p:spPr>
          <a:xfrm>
            <a:off x="5419214" y="4676527"/>
            <a:ext cx="799474" cy="349397"/>
          </a:xfrm>
          <a:custGeom>
            <a:avLst/>
            <a:gdLst/>
            <a:ahLst/>
            <a:cxnLst/>
            <a:rect l="l" t="t" r="r" b="b"/>
            <a:pathLst>
              <a:path w="1598948" h="698794" extrusionOk="0">
                <a:moveTo>
                  <a:pt x="0" y="0"/>
                </a:moveTo>
                <a:lnTo>
                  <a:pt x="1598948" y="0"/>
                </a:lnTo>
                <a:lnTo>
                  <a:pt x="1598948" y="698795"/>
                </a:lnTo>
                <a:lnTo>
                  <a:pt x="0" y="698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75" name="Google Shape;175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85891" y="2695"/>
            <a:ext cx="1028260" cy="42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grpSp>
        <p:nvGrpSpPr>
          <p:cNvPr id="185" name="Google Shape;185;p20"/>
          <p:cNvGrpSpPr/>
          <p:nvPr/>
        </p:nvGrpSpPr>
        <p:grpSpPr>
          <a:xfrm rot="10800000">
            <a:off x="4034356" y="-80822"/>
            <a:ext cx="10219294" cy="5668034"/>
            <a:chOff x="0" y="-38100"/>
            <a:chExt cx="406400" cy="225405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 extrusionOk="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9CD7"/>
            </a:solidFill>
            <a:ln>
              <a:noFill/>
            </a:ln>
          </p:spPr>
        </p:sp>
        <p:sp>
          <p:nvSpPr>
            <p:cNvPr id="187" name="Google Shape;187;p20"/>
            <p:cNvSpPr txBox="1"/>
            <p:nvPr/>
          </p:nvSpPr>
          <p:spPr>
            <a:xfrm>
              <a:off x="127000" y="-38100"/>
              <a:ext cx="152400" cy="22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5827356" y="3285257"/>
            <a:ext cx="3441680" cy="1908887"/>
            <a:chOff x="0" y="-38100"/>
            <a:chExt cx="406400" cy="225405"/>
          </a:xfrm>
        </p:grpSpPr>
        <p:sp>
          <p:nvSpPr>
            <p:cNvPr id="189" name="Google Shape;189;p20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 extrusionOk="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E1D5E">
                <a:alpha val="80000"/>
              </a:srgbClr>
            </a:solidFill>
            <a:ln>
              <a:noFill/>
            </a:ln>
          </p:spPr>
        </p:sp>
        <p:sp>
          <p:nvSpPr>
            <p:cNvPr id="190" name="Google Shape;190;p20"/>
            <p:cNvSpPr txBox="1"/>
            <p:nvPr/>
          </p:nvSpPr>
          <p:spPr>
            <a:xfrm>
              <a:off x="127000" y="-38100"/>
              <a:ext cx="152400" cy="22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0"/>
          <p:cNvSpPr/>
          <p:nvPr/>
        </p:nvSpPr>
        <p:spPr>
          <a:xfrm>
            <a:off x="449072" y="129299"/>
            <a:ext cx="640310" cy="896434"/>
          </a:xfrm>
          <a:custGeom>
            <a:avLst/>
            <a:gdLst/>
            <a:ahLst/>
            <a:cxnLst/>
            <a:rect l="l" t="t" r="r" b="b"/>
            <a:pathLst>
              <a:path w="1280620" h="1792868" extrusionOk="0">
                <a:moveTo>
                  <a:pt x="0" y="0"/>
                </a:moveTo>
                <a:lnTo>
                  <a:pt x="1280620" y="0"/>
                </a:lnTo>
                <a:lnTo>
                  <a:pt x="1280620" y="1792868"/>
                </a:lnTo>
                <a:lnTo>
                  <a:pt x="0" y="1792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2" name="Google Shape;192;p20"/>
          <p:cNvGrpSpPr/>
          <p:nvPr/>
        </p:nvGrpSpPr>
        <p:grpSpPr>
          <a:xfrm>
            <a:off x="-824933" y="4697479"/>
            <a:ext cx="4921907" cy="828423"/>
            <a:chOff x="0" y="-38100"/>
            <a:chExt cx="2641500" cy="444600"/>
          </a:xfrm>
        </p:grpSpPr>
        <p:sp>
          <p:nvSpPr>
            <p:cNvPr id="193" name="Google Shape;193;p20"/>
            <p:cNvSpPr/>
            <p:nvPr/>
          </p:nvSpPr>
          <p:spPr>
            <a:xfrm>
              <a:off x="0" y="0"/>
              <a:ext cx="2641483" cy="406400"/>
            </a:xfrm>
            <a:custGeom>
              <a:avLst/>
              <a:gdLst/>
              <a:ahLst/>
              <a:cxnLst/>
              <a:rect l="l" t="t" r="r" b="b"/>
              <a:pathLst>
                <a:path w="2641483" h="406400" extrusionOk="0">
                  <a:moveTo>
                    <a:pt x="2438283" y="0"/>
                  </a:moveTo>
                  <a:cubicBezTo>
                    <a:pt x="2550507" y="0"/>
                    <a:pt x="2641483" y="90976"/>
                    <a:pt x="2641483" y="203200"/>
                  </a:cubicBezTo>
                  <a:cubicBezTo>
                    <a:pt x="2641483" y="315424"/>
                    <a:pt x="2550507" y="406400"/>
                    <a:pt x="2438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69DD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0" y="-38100"/>
              <a:ext cx="2641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100" tIns="46100" rIns="46100" bIns="461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20"/>
          <p:cNvSpPr/>
          <p:nvPr/>
        </p:nvSpPr>
        <p:spPr>
          <a:xfrm>
            <a:off x="16627" y="4857517"/>
            <a:ext cx="3739234" cy="163167"/>
          </a:xfrm>
          <a:custGeom>
            <a:avLst/>
            <a:gdLst/>
            <a:ahLst/>
            <a:cxnLst/>
            <a:rect l="l" t="t" r="r" b="b"/>
            <a:pathLst>
              <a:path w="7478467" h="326333" extrusionOk="0">
                <a:moveTo>
                  <a:pt x="0" y="0"/>
                </a:moveTo>
                <a:lnTo>
                  <a:pt x="7478467" y="0"/>
                </a:lnTo>
                <a:lnTo>
                  <a:pt x="7478467" y="326333"/>
                </a:lnTo>
                <a:lnTo>
                  <a:pt x="0" y="326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p20"/>
          <p:cNvSpPr/>
          <p:nvPr/>
        </p:nvSpPr>
        <p:spPr>
          <a:xfrm>
            <a:off x="4981206" y="4873946"/>
            <a:ext cx="624711" cy="237650"/>
          </a:xfrm>
          <a:custGeom>
            <a:avLst/>
            <a:gdLst/>
            <a:ahLst/>
            <a:cxnLst/>
            <a:rect l="l" t="t" r="r" b="b"/>
            <a:pathLst>
              <a:path w="1249423" h="475301" extrusionOk="0">
                <a:moveTo>
                  <a:pt x="0" y="0"/>
                </a:moveTo>
                <a:lnTo>
                  <a:pt x="1249422" y="0"/>
                </a:lnTo>
                <a:lnTo>
                  <a:pt x="1249422" y="475302"/>
                </a:lnTo>
                <a:lnTo>
                  <a:pt x="0" y="4753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4318361" y="4860706"/>
            <a:ext cx="574075" cy="250890"/>
          </a:xfrm>
          <a:custGeom>
            <a:avLst/>
            <a:gdLst/>
            <a:ahLst/>
            <a:cxnLst/>
            <a:rect l="l" t="t" r="r" b="b"/>
            <a:pathLst>
              <a:path w="1148149" h="501780" extrusionOk="0">
                <a:moveTo>
                  <a:pt x="0" y="0"/>
                </a:moveTo>
                <a:lnTo>
                  <a:pt x="1148149" y="0"/>
                </a:lnTo>
                <a:lnTo>
                  <a:pt x="1148149" y="501780"/>
                </a:lnTo>
                <a:lnTo>
                  <a:pt x="0" y="50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20"/>
          <p:cNvSpPr/>
          <p:nvPr/>
        </p:nvSpPr>
        <p:spPr>
          <a:xfrm>
            <a:off x="7941763" y="-86768"/>
            <a:ext cx="1202237" cy="1202237"/>
          </a:xfrm>
          <a:custGeom>
            <a:avLst/>
            <a:gdLst/>
            <a:ahLst/>
            <a:cxnLst/>
            <a:rect l="l" t="t" r="r" b="b"/>
            <a:pathLst>
              <a:path w="2404473" h="2404473" extrusionOk="0">
                <a:moveTo>
                  <a:pt x="0" y="0"/>
                </a:moveTo>
                <a:lnTo>
                  <a:pt x="2404473" y="0"/>
                </a:lnTo>
                <a:lnTo>
                  <a:pt x="2404473" y="2404472"/>
                </a:lnTo>
                <a:lnTo>
                  <a:pt x="0" y="240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9" name="Google Shape;199;p20"/>
          <p:cNvGrpSpPr/>
          <p:nvPr/>
        </p:nvGrpSpPr>
        <p:grpSpPr>
          <a:xfrm>
            <a:off x="769227" y="1910715"/>
            <a:ext cx="7292250" cy="1098780"/>
            <a:chOff x="0" y="0"/>
            <a:chExt cx="19446000" cy="2930081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0" y="2191181"/>
              <a:ext cx="194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id" sz="1800" b="0" i="0" u="none" strike="noStrike" cap="none">
                  <a:solidFill>
                    <a:srgbClr val="259CD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BADAN KEPEGAWAIAN NEGARA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0" y="0"/>
              <a:ext cx="19446000" cy="164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id" sz="4000" b="1" i="0" u="none" strike="noStrike" cap="none">
                  <a:solidFill>
                    <a:srgbClr val="DE1D5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TERIMA KASIH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2" name="Google Shape;202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8436" y="255496"/>
            <a:ext cx="1243013" cy="51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3" name="Google Shape;213;p2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5" name="Google Shape;215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5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6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>
            <a:spLocks noGrp="1"/>
          </p:cNvSpPr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ontserrat"/>
              <a:buNone/>
              <a:defRPr sz="3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42;p75"/>
          <p:cNvSpPr/>
          <p:nvPr/>
        </p:nvSpPr>
        <p:spPr>
          <a:xfrm>
            <a:off x="92849" y="1293765"/>
            <a:ext cx="8945331" cy="3262507"/>
          </a:xfrm>
          <a:custGeom>
            <a:avLst/>
            <a:gdLst/>
            <a:ahLst/>
            <a:cxnLst/>
            <a:rect l="l" t="t" r="r" b="b"/>
            <a:pathLst>
              <a:path w="15625033" h="5625012" extrusionOk="0">
                <a:moveTo>
                  <a:pt x="0" y="0"/>
                </a:moveTo>
                <a:lnTo>
                  <a:pt x="15625033" y="0"/>
                </a:lnTo>
                <a:lnTo>
                  <a:pt x="15625033" y="5625012"/>
                </a:lnTo>
                <a:lnTo>
                  <a:pt x="0" y="562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75"/>
          <p:cNvSpPr/>
          <p:nvPr/>
        </p:nvSpPr>
        <p:spPr>
          <a:xfrm>
            <a:off x="269816" y="1209206"/>
            <a:ext cx="2499300" cy="15153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75"/>
          <p:cNvSpPr/>
          <p:nvPr/>
        </p:nvSpPr>
        <p:spPr>
          <a:xfrm>
            <a:off x="2868279" y="1213996"/>
            <a:ext cx="1243800" cy="15153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5"/>
          <p:cNvSpPr txBox="1"/>
          <p:nvPr/>
        </p:nvSpPr>
        <p:spPr>
          <a:xfrm>
            <a:off x="1145560" y="741297"/>
            <a:ext cx="554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500" b="1" i="0" u="none" strike="noStrike" cap="none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ata</a:t>
            </a:r>
            <a:r>
              <a:rPr lang="id" sz="1500" b="1" i="0" u="none" strike="noStrike" cap="none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d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er</a:t>
            </a:r>
            <a:r>
              <a:rPr lang="id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1500" b="1" i="0" u="none" strike="noStrike" cap="none" dirty="0" err="1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tanggal_data</a:t>
            </a:r>
            <a:r>
              <a:rPr lang="en-US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endParaRPr dirty="0"/>
          </a:p>
        </p:txBody>
      </p:sp>
      <p:sp>
        <p:nvSpPr>
          <p:cNvPr id="744" name="Google Shape;744;p75"/>
          <p:cNvSpPr txBox="1"/>
          <p:nvPr/>
        </p:nvSpPr>
        <p:spPr>
          <a:xfrm rot="-5400000">
            <a:off x="641123" y="970285"/>
            <a:ext cx="4932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0" tIns="11700" rIns="11700" bIns="11700" anchor="ctr" anchorCtr="0">
            <a:noAutofit/>
          </a:bodyPr>
          <a:lstStyle/>
          <a:p>
            <a:pPr marL="0" marR="0" lvl="0" indent="0" algn="ctr" rtl="0">
              <a:lnSpc>
                <a:spcPct val="9257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75"/>
          <p:cNvSpPr/>
          <p:nvPr/>
        </p:nvSpPr>
        <p:spPr>
          <a:xfrm flipH="1">
            <a:off x="350584" y="1765808"/>
            <a:ext cx="832587" cy="822180"/>
          </a:xfrm>
          <a:custGeom>
            <a:avLst/>
            <a:gdLst/>
            <a:ahLst/>
            <a:cxnLst/>
            <a:rect l="l" t="t" r="r" b="b"/>
            <a:pathLst>
              <a:path w="1665174" h="1644360" extrusionOk="0">
                <a:moveTo>
                  <a:pt x="1665174" y="0"/>
                </a:moveTo>
                <a:lnTo>
                  <a:pt x="0" y="0"/>
                </a:lnTo>
                <a:lnTo>
                  <a:pt x="0" y="1644359"/>
                </a:lnTo>
                <a:lnTo>
                  <a:pt x="1665174" y="1644359"/>
                </a:lnTo>
                <a:lnTo>
                  <a:pt x="166517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6" name="Google Shape;746;p75"/>
          <p:cNvSpPr/>
          <p:nvPr/>
        </p:nvSpPr>
        <p:spPr>
          <a:xfrm>
            <a:off x="240601" y="2560614"/>
            <a:ext cx="841455" cy="125167"/>
          </a:xfrm>
          <a:custGeom>
            <a:avLst/>
            <a:gdLst/>
            <a:ahLst/>
            <a:cxnLst/>
            <a:rect l="l" t="t" r="r" b="b"/>
            <a:pathLst>
              <a:path w="1682910" h="250333" extrusionOk="0">
                <a:moveTo>
                  <a:pt x="0" y="0"/>
                </a:moveTo>
                <a:lnTo>
                  <a:pt x="1682910" y="0"/>
                </a:lnTo>
                <a:lnTo>
                  <a:pt x="1682910" y="250333"/>
                </a:lnTo>
                <a:lnTo>
                  <a:pt x="0" y="250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7" name="Google Shape;747;p75"/>
          <p:cNvSpPr/>
          <p:nvPr/>
        </p:nvSpPr>
        <p:spPr>
          <a:xfrm>
            <a:off x="1097163" y="2225371"/>
            <a:ext cx="637085" cy="195108"/>
          </a:xfrm>
          <a:custGeom>
            <a:avLst/>
            <a:gdLst/>
            <a:ahLst/>
            <a:cxnLst/>
            <a:rect l="l" t="t" r="r" b="b"/>
            <a:pathLst>
              <a:path w="1274170" h="390215" extrusionOk="0">
                <a:moveTo>
                  <a:pt x="0" y="0"/>
                </a:moveTo>
                <a:lnTo>
                  <a:pt x="1274170" y="0"/>
                </a:lnTo>
                <a:lnTo>
                  <a:pt x="1274170" y="390215"/>
                </a:lnTo>
                <a:lnTo>
                  <a:pt x="0" y="390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8" name="Google Shape;748;p75"/>
          <p:cNvSpPr/>
          <p:nvPr/>
        </p:nvSpPr>
        <p:spPr>
          <a:xfrm>
            <a:off x="1921517" y="2225371"/>
            <a:ext cx="637085" cy="195108"/>
          </a:xfrm>
          <a:custGeom>
            <a:avLst/>
            <a:gdLst/>
            <a:ahLst/>
            <a:cxnLst/>
            <a:rect l="l" t="t" r="r" b="b"/>
            <a:pathLst>
              <a:path w="1274170" h="390215" extrusionOk="0">
                <a:moveTo>
                  <a:pt x="0" y="0"/>
                </a:moveTo>
                <a:lnTo>
                  <a:pt x="1274170" y="0"/>
                </a:lnTo>
                <a:lnTo>
                  <a:pt x="1274170" y="390215"/>
                </a:lnTo>
                <a:lnTo>
                  <a:pt x="0" y="390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9" name="Google Shape;749;p75"/>
          <p:cNvSpPr txBox="1"/>
          <p:nvPr/>
        </p:nvSpPr>
        <p:spPr>
          <a:xfrm>
            <a:off x="1135546" y="1853185"/>
            <a:ext cx="7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 b="0" i="0" u="none" strike="noStrike" cap="none">
                <a:solidFill>
                  <a:srgbClr val="FFFCF6"/>
                </a:solidFill>
                <a:latin typeface="Anton"/>
                <a:ea typeface="Anton"/>
                <a:cs typeface="Anton"/>
                <a:sym typeface="Anton"/>
              </a:rPr>
              <a:t>PNS</a:t>
            </a:r>
            <a:endParaRPr/>
          </a:p>
        </p:txBody>
      </p:sp>
      <p:sp>
        <p:nvSpPr>
          <p:cNvPr id="750" name="Google Shape;750;p75"/>
          <p:cNvSpPr txBox="1"/>
          <p:nvPr/>
        </p:nvSpPr>
        <p:spPr>
          <a:xfrm>
            <a:off x="1921517" y="1853185"/>
            <a:ext cx="7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 b="0" i="0" u="none" strike="noStrike" cap="none" dirty="0">
                <a:solidFill>
                  <a:srgbClr val="FFFCF6"/>
                </a:solidFill>
                <a:latin typeface="Anton"/>
                <a:ea typeface="Anton"/>
                <a:cs typeface="Anton"/>
                <a:sym typeface="Anton"/>
              </a:rPr>
              <a:t>PPPK</a:t>
            </a:r>
            <a:endParaRPr dirty="0"/>
          </a:p>
        </p:txBody>
      </p:sp>
      <p:sp>
        <p:nvSpPr>
          <p:cNvPr id="751" name="Google Shape;751;p75"/>
          <p:cNvSpPr txBox="1"/>
          <p:nvPr/>
        </p:nvSpPr>
        <p:spPr>
          <a:xfrm>
            <a:off x="1979708" y="2202072"/>
            <a:ext cx="1063200" cy="141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{</a:t>
            </a:r>
            <a:r>
              <a:rPr lang="en-US" sz="2874" b="1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persentase_vis_pppk</a:t>
            </a:r>
            <a:r>
              <a:rPr lang="en-US" sz="287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}</a:t>
            </a:r>
            <a:endParaRPr dirty="0"/>
          </a:p>
        </p:txBody>
      </p:sp>
      <p:sp>
        <p:nvSpPr>
          <p:cNvPr id="752" name="Google Shape;752;p75"/>
          <p:cNvSpPr txBox="1"/>
          <p:nvPr/>
        </p:nvSpPr>
        <p:spPr>
          <a:xfrm>
            <a:off x="3259386" y="1552137"/>
            <a:ext cx="552600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{</a:t>
            </a:r>
            <a:r>
              <a:rPr lang="en-US" sz="1724" b="1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persentase_vis_pria</a:t>
            </a:r>
            <a:r>
              <a:rPr lang="en-US" sz="172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}</a:t>
            </a:r>
            <a:endParaRPr sz="1100" dirty="0"/>
          </a:p>
        </p:txBody>
      </p:sp>
      <p:sp>
        <p:nvSpPr>
          <p:cNvPr id="753" name="Google Shape;753;p75"/>
          <p:cNvSpPr txBox="1"/>
          <p:nvPr/>
        </p:nvSpPr>
        <p:spPr>
          <a:xfrm>
            <a:off x="3290820" y="2321793"/>
            <a:ext cx="595500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{</a:t>
            </a:r>
            <a:r>
              <a:rPr lang="en-US" sz="1724" b="1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persentase_vis_wanita</a:t>
            </a:r>
            <a:r>
              <a:rPr lang="en-US" sz="172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}</a:t>
            </a:r>
            <a:endParaRPr lang="en-US" sz="1100" dirty="0"/>
          </a:p>
        </p:txBody>
      </p:sp>
      <p:sp>
        <p:nvSpPr>
          <p:cNvPr id="754" name="Google Shape;754;p75"/>
          <p:cNvSpPr txBox="1"/>
          <p:nvPr/>
        </p:nvSpPr>
        <p:spPr>
          <a:xfrm>
            <a:off x="3259386" y="1367764"/>
            <a:ext cx="442800" cy="15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 b="1" i="0" u="none" strike="noStrike" cap="none">
                <a:solidFill>
                  <a:srgbClr val="DD804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PRIA</a:t>
            </a:r>
            <a:endParaRPr sz="1200"/>
          </a:p>
        </p:txBody>
      </p:sp>
      <p:sp>
        <p:nvSpPr>
          <p:cNvPr id="755" name="Google Shape;755;p75"/>
          <p:cNvSpPr txBox="1"/>
          <p:nvPr/>
        </p:nvSpPr>
        <p:spPr>
          <a:xfrm>
            <a:off x="3257410" y="2152650"/>
            <a:ext cx="662100" cy="13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 i="0" u="none" strike="noStrike" cap="none" dirty="0">
                <a:solidFill>
                  <a:srgbClr val="7BA79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WANITA</a:t>
            </a:r>
            <a:endParaRPr sz="1100" dirty="0"/>
          </a:p>
        </p:txBody>
      </p:sp>
      <p:sp>
        <p:nvSpPr>
          <p:cNvPr id="756" name="Google Shape;756;p75"/>
          <p:cNvSpPr txBox="1"/>
          <p:nvPr/>
        </p:nvSpPr>
        <p:spPr>
          <a:xfrm>
            <a:off x="3232860" y="1717347"/>
            <a:ext cx="446700" cy="38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 dirty="0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950" b="1" i="0" u="none" strike="noStrike" cap="none" dirty="0" err="1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count_pria</a:t>
            </a:r>
            <a:r>
              <a:rPr lang="en-US" sz="950" b="1" i="0" u="none" strike="noStrike" cap="none" dirty="0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757" name="Google Shape;757;p75"/>
          <p:cNvSpPr txBox="1"/>
          <p:nvPr/>
        </p:nvSpPr>
        <p:spPr>
          <a:xfrm>
            <a:off x="3264020" y="2505331"/>
            <a:ext cx="516600" cy="38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950" b="1" dirty="0" err="1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count_wanita</a:t>
            </a:r>
            <a:r>
              <a:rPr lang="en-US" sz="950" b="1" dirty="0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758" name="Google Shape;758;p75"/>
          <p:cNvSpPr txBox="1"/>
          <p:nvPr/>
        </p:nvSpPr>
        <p:spPr>
          <a:xfrm>
            <a:off x="1193737" y="2202072"/>
            <a:ext cx="748500" cy="176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4" b="1" i="0" u="none" strike="noStrike" cap="none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{</a:t>
            </a:r>
            <a:r>
              <a:rPr lang="en-US" sz="2874" b="1" i="0" u="none" strike="noStrike" cap="none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persentase</a:t>
            </a:r>
            <a:r>
              <a:rPr lang="en-US" sz="2874" b="1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_vis_pns</a:t>
            </a:r>
            <a:r>
              <a:rPr lang="en-US" sz="287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}</a:t>
            </a:r>
            <a:endParaRPr dirty="0"/>
          </a:p>
        </p:txBody>
      </p:sp>
      <p:sp>
        <p:nvSpPr>
          <p:cNvPr id="759" name="Google Shape;759;p75"/>
          <p:cNvSpPr txBox="1"/>
          <p:nvPr/>
        </p:nvSpPr>
        <p:spPr>
          <a:xfrm>
            <a:off x="1100632" y="2462965"/>
            <a:ext cx="510300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1000" b="1" i="0" u="none" strike="noStrike" cap="none" dirty="0" err="1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count_pns</a:t>
            </a:r>
            <a:r>
              <a:rPr lang="en-US" sz="1000" b="1" i="0" u="none" strike="noStrike" cap="none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760" name="Google Shape;760;p75"/>
          <p:cNvSpPr txBox="1"/>
          <p:nvPr/>
        </p:nvSpPr>
        <p:spPr>
          <a:xfrm>
            <a:off x="341543" y="2642025"/>
            <a:ext cx="2321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/>
          <p:nvPr/>
        </p:nvSpPr>
        <p:spPr>
          <a:xfrm>
            <a:off x="185636" y="1328564"/>
            <a:ext cx="1224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2F5597"/>
                </a:solidFill>
                <a:latin typeface="League Spartan"/>
                <a:sym typeface="League Spartan"/>
              </a:rPr>
              <a:t>{</a:t>
            </a:r>
            <a:r>
              <a:rPr lang="en-US" sz="2000" b="1" dirty="0" err="1">
                <a:solidFill>
                  <a:srgbClr val="2F5597"/>
                </a:solidFill>
                <a:latin typeface="League Spartan"/>
                <a:sym typeface="League Spartan"/>
              </a:rPr>
              <a:t>total_jenis_asn</a:t>
            </a:r>
            <a:r>
              <a:rPr lang="en-US" sz="2000" b="1" dirty="0">
                <a:solidFill>
                  <a:srgbClr val="2F5597"/>
                </a:solidFill>
                <a:latin typeface="League Spartan"/>
                <a:sym typeface="League Spartan"/>
              </a:rPr>
              <a:t>}</a:t>
            </a:r>
            <a:endParaRPr dirty="0"/>
          </a:p>
        </p:txBody>
      </p:sp>
      <p:sp>
        <p:nvSpPr>
          <p:cNvPr id="762" name="Google Shape;762;p75"/>
          <p:cNvSpPr txBox="1"/>
          <p:nvPr/>
        </p:nvSpPr>
        <p:spPr>
          <a:xfrm>
            <a:off x="1267568" y="1303372"/>
            <a:ext cx="1417500" cy="410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 ASN yang terdiri dari PNS dan PPPK </a:t>
            </a: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 {instansi_1} </a:t>
            </a:r>
            <a:r>
              <a:rPr lang="id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</a:t>
            </a: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tanggal_data</a:t>
            </a: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300" dirty="0"/>
          </a:p>
        </p:txBody>
      </p:sp>
      <p:sp>
        <p:nvSpPr>
          <p:cNvPr id="763" name="Google Shape;763;p75"/>
          <p:cNvSpPr txBox="1"/>
          <p:nvPr/>
        </p:nvSpPr>
        <p:spPr>
          <a:xfrm>
            <a:off x="2007397" y="2469818"/>
            <a:ext cx="576300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3000"/>
              </a:lnSpc>
            </a:pPr>
            <a:r>
              <a:rPr lang="en-US" sz="1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1000" b="1" dirty="0" err="1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count_pppk</a:t>
            </a:r>
            <a:r>
              <a:rPr lang="en-US" sz="1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endParaRPr lang="en-US" sz="1000" b="1" i="0" u="none" strike="noStrike" cap="none" dirty="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p75"/>
          <p:cNvSpPr/>
          <p:nvPr/>
        </p:nvSpPr>
        <p:spPr>
          <a:xfrm>
            <a:off x="1107379" y="1905136"/>
            <a:ext cx="65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PNS</a:t>
            </a:r>
            <a:endParaRPr dirty="0"/>
          </a:p>
        </p:txBody>
      </p:sp>
      <p:sp>
        <p:nvSpPr>
          <p:cNvPr id="765" name="Google Shape;765;p75"/>
          <p:cNvSpPr/>
          <p:nvPr/>
        </p:nvSpPr>
        <p:spPr>
          <a:xfrm>
            <a:off x="1890531" y="1899893"/>
            <a:ext cx="76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PPPK</a:t>
            </a:r>
            <a:endParaRPr/>
          </a:p>
        </p:txBody>
      </p:sp>
      <p:sp>
        <p:nvSpPr>
          <p:cNvPr id="766" name="Google Shape;766;p75"/>
          <p:cNvSpPr/>
          <p:nvPr/>
        </p:nvSpPr>
        <p:spPr>
          <a:xfrm>
            <a:off x="278898" y="2842051"/>
            <a:ext cx="2499300" cy="15717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75"/>
          <p:cNvSpPr/>
          <p:nvPr/>
        </p:nvSpPr>
        <p:spPr>
          <a:xfrm>
            <a:off x="365721" y="2886720"/>
            <a:ext cx="1730400" cy="2343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MASA KERJA </a:t>
            </a:r>
            <a:r>
              <a:rPr lang="id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(TAHUN)</a:t>
            </a:r>
            <a:endParaRPr sz="10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8" name="table_1"/>
          <p:cNvGraphicFramePr/>
          <p:nvPr>
            <p:extLst>
              <p:ext uri="{D42A27DB-BD31-4B8C-83A1-F6EECF244321}">
                <p14:modId xmlns:p14="http://schemas.microsoft.com/office/powerpoint/2010/main" val="2981174713"/>
              </p:ext>
            </p:extLst>
          </p:nvPr>
        </p:nvGraphicFramePr>
        <p:xfrm>
          <a:off x="414412" y="3193380"/>
          <a:ext cx="1527850" cy="1850390"/>
        </p:xfrm>
        <a:graphic>
          <a:graphicData uri="http://schemas.openxmlformats.org/drawingml/2006/table">
            <a:tbl>
              <a:tblPr>
                <a:noFill/>
                <a:tableStyleId>{2460487B-A31E-4291-9FF1-7AE1C1612F53}</a:tableStyleId>
              </a:tblPr>
              <a:tblGrid>
                <a:gridCol w="6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0 -</a:t>
                      </a: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id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000" dirty="0"/>
                    </a:p>
                  </a:txBody>
                  <a:tcPr marL="3800" marR="3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{count_0_5}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6 - 10</a:t>
                      </a:r>
                      <a:endParaRPr sz="1000" dirty="0"/>
                    </a:p>
                  </a:txBody>
                  <a:tcPr marL="3800" marR="3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{count_6_10}</a:t>
                      </a:r>
                    </a:p>
                  </a:txBody>
                  <a:tcPr marL="7620" marR="7620" marT="0" marB="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11 - 15</a:t>
                      </a:r>
                      <a:endParaRPr sz="1000" dirty="0"/>
                    </a:p>
                  </a:txBody>
                  <a:tcPr marL="3800" marR="3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{count_11_15}</a:t>
                      </a:r>
                    </a:p>
                  </a:txBody>
                  <a:tcPr marL="7620" marR="7620" marT="0" marB="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16 - 20</a:t>
                      </a:r>
                      <a:endParaRPr sz="1000"/>
                    </a:p>
                  </a:txBody>
                  <a:tcPr marL="3800" marR="3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{count_16_20}</a:t>
                      </a:r>
                    </a:p>
                  </a:txBody>
                  <a:tcPr marL="7620" marR="7620" marT="0" marB="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21 - 25</a:t>
                      </a:r>
                      <a:endParaRPr sz="1000"/>
                    </a:p>
                  </a:txBody>
                  <a:tcPr marL="3800" marR="3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{count_21_25}</a:t>
                      </a:r>
                    </a:p>
                  </a:txBody>
                  <a:tcPr marL="7620" marR="7620" marT="0" marB="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26 - 30</a:t>
                      </a:r>
                      <a:endParaRPr sz="1000" dirty="0"/>
                    </a:p>
                  </a:txBody>
                  <a:tcPr marL="3800" marR="3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{count_26_30}</a:t>
                      </a:r>
                    </a:p>
                  </a:txBody>
                  <a:tcPr marL="7620" marR="7620" marT="0" marB="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30</a:t>
                      </a:r>
                      <a:endParaRPr sz="1000" dirty="0"/>
                    </a:p>
                  </a:txBody>
                  <a:tcPr marL="3800" marR="38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{count_30}</a:t>
                      </a:r>
                    </a:p>
                  </a:txBody>
                  <a:tcPr marL="7620" marR="7620" marT="0" marB="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69" name="Google Shape;769;p75"/>
          <p:cNvSpPr/>
          <p:nvPr/>
        </p:nvSpPr>
        <p:spPr>
          <a:xfrm>
            <a:off x="2963212" y="2060455"/>
            <a:ext cx="274071" cy="511960"/>
          </a:xfrm>
          <a:custGeom>
            <a:avLst/>
            <a:gdLst/>
            <a:ahLst/>
            <a:cxnLst/>
            <a:rect l="l" t="t" r="r" b="b"/>
            <a:pathLst>
              <a:path w="589400" h="1100990" extrusionOk="0">
                <a:moveTo>
                  <a:pt x="0" y="0"/>
                </a:moveTo>
                <a:lnTo>
                  <a:pt x="589400" y="0"/>
                </a:lnTo>
                <a:lnTo>
                  <a:pt x="589400" y="1100990"/>
                </a:lnTo>
                <a:lnTo>
                  <a:pt x="0" y="11009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r="-1122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75"/>
          <p:cNvSpPr/>
          <p:nvPr/>
        </p:nvSpPr>
        <p:spPr>
          <a:xfrm>
            <a:off x="2971766" y="1303385"/>
            <a:ext cx="230559" cy="536733"/>
          </a:xfrm>
          <a:custGeom>
            <a:avLst/>
            <a:gdLst/>
            <a:ahLst/>
            <a:cxnLst/>
            <a:rect l="l" t="t" r="r" b="b"/>
            <a:pathLst>
              <a:path w="472941" h="1100990" extrusionOk="0">
                <a:moveTo>
                  <a:pt x="0" y="0"/>
                </a:moveTo>
                <a:lnTo>
                  <a:pt x="472941" y="0"/>
                </a:lnTo>
                <a:lnTo>
                  <a:pt x="472941" y="1100990"/>
                </a:lnTo>
                <a:lnTo>
                  <a:pt x="0" y="11009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164536"/>
            </a:stretch>
          </a:blipFill>
          <a:ln>
            <a:noFill/>
          </a:ln>
        </p:spPr>
      </p:sp>
      <p:sp>
        <p:nvSpPr>
          <p:cNvPr id="771" name="Google Shape;771;p75"/>
          <p:cNvSpPr/>
          <p:nvPr/>
        </p:nvSpPr>
        <p:spPr>
          <a:xfrm>
            <a:off x="4205490" y="1218787"/>
            <a:ext cx="4832700" cy="15153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75"/>
          <p:cNvSpPr/>
          <p:nvPr/>
        </p:nvSpPr>
        <p:spPr>
          <a:xfrm>
            <a:off x="4372807" y="1273166"/>
            <a:ext cx="1248600" cy="2493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PENDIDIKAN</a:t>
            </a:r>
            <a:endParaRPr sz="10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75"/>
          <p:cNvSpPr/>
          <p:nvPr/>
        </p:nvSpPr>
        <p:spPr>
          <a:xfrm>
            <a:off x="8550248" y="943535"/>
            <a:ext cx="556863" cy="558896"/>
          </a:xfrm>
          <a:custGeom>
            <a:avLst/>
            <a:gdLst/>
            <a:ahLst/>
            <a:cxnLst/>
            <a:rect l="l" t="t" r="r" b="b"/>
            <a:pathLst>
              <a:path w="1113727" h="1117792" extrusionOk="0">
                <a:moveTo>
                  <a:pt x="0" y="0"/>
                </a:moveTo>
                <a:lnTo>
                  <a:pt x="1113728" y="0"/>
                </a:lnTo>
                <a:lnTo>
                  <a:pt x="1113728" y="1117792"/>
                </a:lnTo>
                <a:lnTo>
                  <a:pt x="0" y="1117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89000"/>
            </a:blip>
            <a:stretch>
              <a:fillRect/>
            </a:stretch>
          </a:blipFill>
          <a:ln>
            <a:noFill/>
          </a:ln>
        </p:spPr>
      </p:sp>
      <p:sp>
        <p:nvSpPr>
          <p:cNvPr id="774" name="Google Shape;774;p75"/>
          <p:cNvSpPr/>
          <p:nvPr/>
        </p:nvSpPr>
        <p:spPr>
          <a:xfrm>
            <a:off x="2868279" y="2837246"/>
            <a:ext cx="1922100" cy="15717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75"/>
          <p:cNvSpPr/>
          <p:nvPr/>
        </p:nvSpPr>
        <p:spPr>
          <a:xfrm>
            <a:off x="2993627" y="2881915"/>
            <a:ext cx="1730400" cy="2343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USIA </a:t>
            </a:r>
            <a:r>
              <a:rPr lang="id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(TAHUN)</a:t>
            </a:r>
            <a:endParaRPr sz="10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76" name="table_3"/>
          <p:cNvGraphicFramePr/>
          <p:nvPr>
            <p:extLst>
              <p:ext uri="{D42A27DB-BD31-4B8C-83A1-F6EECF244321}">
                <p14:modId xmlns:p14="http://schemas.microsoft.com/office/powerpoint/2010/main" val="3090801961"/>
              </p:ext>
            </p:extLst>
          </p:nvPr>
        </p:nvGraphicFramePr>
        <p:xfrm>
          <a:off x="3010252" y="3211212"/>
          <a:ext cx="1306491" cy="3179064"/>
        </p:xfrm>
        <a:graphic>
          <a:graphicData uri="http://schemas.openxmlformats.org/drawingml/2006/table">
            <a:tbl>
              <a:tblPr>
                <a:noFill/>
                <a:tableStyleId>{43F93C65-BEC1-43AD-96CD-C93F1471F904}</a:tableStyleId>
              </a:tblPr>
              <a:tblGrid>
                <a:gridCol w="66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6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18 - 20</a:t>
                      </a:r>
                      <a:endParaRPr sz="1100" dirty="0"/>
                    </a:p>
                  </a:txBody>
                  <a:tcPr marL="3800" marR="3800" marT="0" marB="0" anchor="ctr"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{count_18_20}</a:t>
                      </a:r>
                      <a:endParaRPr sz="1100" dirty="0"/>
                    </a:p>
                  </a:txBody>
                  <a:tcPr marL="91425" marR="91425" marT="0" marB="0"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157024"/>
                  </a:ext>
                </a:extLst>
              </a:tr>
              <a:tr h="1926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21 - 30</a:t>
                      </a:r>
                      <a:endParaRPr sz="1200" dirty="0"/>
                    </a:p>
                  </a:txBody>
                  <a:tcPr marL="3800" marR="3800" marT="0" marB="0" anchor="ctr"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{count_21_30}</a:t>
                      </a:r>
                      <a:endParaRPr sz="1100" dirty="0"/>
                    </a:p>
                  </a:txBody>
                  <a:tcPr marL="91425" marR="91425" marT="0" marB="0"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6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31 - 40</a:t>
                      </a:r>
                      <a:endParaRPr sz="1200" dirty="0"/>
                    </a:p>
                  </a:txBody>
                  <a:tcPr marL="3800" marR="3800" marT="0" marB="0" anchor="ctr"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{count_31_40}</a:t>
                      </a:r>
                      <a:endParaRPr sz="1100" dirty="0"/>
                    </a:p>
                  </a:txBody>
                  <a:tcPr marL="91425" marR="91425" marT="0" marB="0"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6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41 - 50</a:t>
                      </a:r>
                      <a:endParaRPr sz="1200" dirty="0"/>
                    </a:p>
                  </a:txBody>
                  <a:tcPr marL="3800" marR="3800" marT="0" marB="0" anchor="ctr"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{count_41_50}</a:t>
                      </a:r>
                      <a:endParaRPr sz="1100" dirty="0"/>
                    </a:p>
                  </a:txBody>
                  <a:tcPr marL="91425" marR="91425" marT="0" marB="0"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6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51 - 60</a:t>
                      </a:r>
                      <a:endParaRPr sz="1200" dirty="0"/>
                    </a:p>
                  </a:txBody>
                  <a:tcPr marL="3800" marR="3800" marT="0" marB="0" anchor="ctr"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{count_51_60}</a:t>
                      </a:r>
                      <a:endParaRPr sz="1100" dirty="0"/>
                    </a:p>
                  </a:txBody>
                  <a:tcPr marL="91425" marR="91425" marT="0" marB="0"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6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&gt; 60</a:t>
                      </a:r>
                      <a:endParaRPr sz="1200" dirty="0"/>
                    </a:p>
                  </a:txBody>
                  <a:tcPr marL="3800" marR="3800" marT="0" marB="0" anchor="ctr">
                    <a:solidFill>
                      <a:srgbClr val="BA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{count_60}</a:t>
                      </a:r>
                      <a:endParaRPr sz="1100" dirty="0"/>
                    </a:p>
                  </a:txBody>
                  <a:tcPr marL="91425" marR="91425" marT="0" marB="0">
                    <a:solidFill>
                      <a:srgbClr val="B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087131"/>
                  </a:ext>
                </a:extLst>
              </a:tr>
            </a:tbl>
          </a:graphicData>
        </a:graphic>
      </p:graphicFrame>
      <p:sp>
        <p:nvSpPr>
          <p:cNvPr id="777" name="Google Shape;777;p75"/>
          <p:cNvSpPr/>
          <p:nvPr/>
        </p:nvSpPr>
        <p:spPr>
          <a:xfrm>
            <a:off x="4918880" y="2831802"/>
            <a:ext cx="4119300" cy="15717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75"/>
          <p:cNvSpPr/>
          <p:nvPr/>
        </p:nvSpPr>
        <p:spPr>
          <a:xfrm>
            <a:off x="5000583" y="2899205"/>
            <a:ext cx="1730400" cy="2343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5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JABATAN ASN</a:t>
            </a:r>
            <a:endParaRPr sz="105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9" name="Google Shape;779;p75"/>
          <p:cNvGrpSpPr/>
          <p:nvPr/>
        </p:nvGrpSpPr>
        <p:grpSpPr>
          <a:xfrm>
            <a:off x="5039331" y="3161920"/>
            <a:ext cx="1083900" cy="385051"/>
            <a:chOff x="5675942" y="3762897"/>
            <a:chExt cx="2167800" cy="770102"/>
          </a:xfrm>
        </p:grpSpPr>
        <p:sp>
          <p:nvSpPr>
            <p:cNvPr id="780" name="Google Shape;780;p75"/>
            <p:cNvSpPr/>
            <p:nvPr/>
          </p:nvSpPr>
          <p:spPr>
            <a:xfrm>
              <a:off x="5675942" y="3887399"/>
              <a:ext cx="2167800" cy="645600"/>
            </a:xfrm>
            <a:prstGeom prst="roundRect">
              <a:avLst>
                <a:gd name="adj" fmla="val 16667"/>
              </a:avLst>
            </a:prstGeom>
            <a:solidFill>
              <a:srgbClr val="FBFE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5"/>
            <p:cNvSpPr txBox="1"/>
            <p:nvPr/>
          </p:nvSpPr>
          <p:spPr>
            <a:xfrm>
              <a:off x="5776562" y="3762897"/>
              <a:ext cx="193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900" b="1" i="0" u="none" strike="noStrike" cap="none" dirty="0">
                  <a:solidFill>
                    <a:srgbClr val="259CD7"/>
                  </a:solidFill>
                  <a:latin typeface="Arial"/>
                  <a:ea typeface="Arial"/>
                  <a:cs typeface="Arial"/>
                  <a:sym typeface="Arial"/>
                </a:rPr>
                <a:t>STRUKTURAL</a:t>
              </a:r>
              <a:endParaRPr dirty="0"/>
            </a:p>
          </p:txBody>
        </p:sp>
      </p:grpSp>
      <p:grpSp>
        <p:nvGrpSpPr>
          <p:cNvPr id="783" name="Google Shape;783;p75"/>
          <p:cNvGrpSpPr/>
          <p:nvPr/>
        </p:nvGrpSpPr>
        <p:grpSpPr>
          <a:xfrm>
            <a:off x="6395656" y="3161920"/>
            <a:ext cx="1083716" cy="380303"/>
            <a:chOff x="10032515" y="3811008"/>
            <a:chExt cx="1694100" cy="760606"/>
          </a:xfrm>
        </p:grpSpPr>
        <p:sp>
          <p:nvSpPr>
            <p:cNvPr id="784" name="Google Shape;784;p75"/>
            <p:cNvSpPr/>
            <p:nvPr/>
          </p:nvSpPr>
          <p:spPr>
            <a:xfrm>
              <a:off x="10032515" y="3926014"/>
              <a:ext cx="1694100" cy="645600"/>
            </a:xfrm>
            <a:prstGeom prst="roundRect">
              <a:avLst>
                <a:gd name="adj" fmla="val 16667"/>
              </a:avLst>
            </a:prstGeom>
            <a:solidFill>
              <a:srgbClr val="DC1457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75"/>
            <p:cNvSpPr txBox="1"/>
            <p:nvPr/>
          </p:nvSpPr>
          <p:spPr>
            <a:xfrm>
              <a:off x="10152474" y="3811008"/>
              <a:ext cx="150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900" b="1" i="0" u="none" strike="noStrike" cap="none" dirty="0">
                  <a:solidFill>
                    <a:srgbClr val="259CD7"/>
                  </a:solidFill>
                  <a:latin typeface="Arial"/>
                  <a:ea typeface="Arial"/>
                  <a:cs typeface="Arial"/>
                  <a:sym typeface="Arial"/>
                </a:rPr>
                <a:t>FUNGSIONAL</a:t>
              </a:r>
              <a:endParaRPr dirty="0"/>
            </a:p>
          </p:txBody>
        </p:sp>
      </p:grpSp>
      <p:grpSp>
        <p:nvGrpSpPr>
          <p:cNvPr id="787" name="Google Shape;787;p75"/>
          <p:cNvGrpSpPr/>
          <p:nvPr/>
        </p:nvGrpSpPr>
        <p:grpSpPr>
          <a:xfrm>
            <a:off x="7787356" y="3159734"/>
            <a:ext cx="1083716" cy="380558"/>
            <a:chOff x="10106367" y="4756818"/>
            <a:chExt cx="1694100" cy="761116"/>
          </a:xfrm>
        </p:grpSpPr>
        <p:sp>
          <p:nvSpPr>
            <p:cNvPr id="788" name="Google Shape;788;p75"/>
            <p:cNvSpPr/>
            <p:nvPr/>
          </p:nvSpPr>
          <p:spPr>
            <a:xfrm>
              <a:off x="10106367" y="4872334"/>
              <a:ext cx="1694100" cy="645600"/>
            </a:xfrm>
            <a:prstGeom prst="roundRect">
              <a:avLst>
                <a:gd name="adj" fmla="val 16667"/>
              </a:avLst>
            </a:prstGeom>
            <a:solidFill>
              <a:srgbClr val="0C5ADB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75"/>
            <p:cNvSpPr txBox="1"/>
            <p:nvPr/>
          </p:nvSpPr>
          <p:spPr>
            <a:xfrm>
              <a:off x="10219723" y="4756818"/>
              <a:ext cx="150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900" b="1" i="0" u="none" strike="noStrike" cap="none" dirty="0">
                  <a:solidFill>
                    <a:srgbClr val="259CD7"/>
                  </a:solidFill>
                  <a:latin typeface="Arial"/>
                  <a:ea typeface="Arial"/>
                  <a:cs typeface="Arial"/>
                  <a:sym typeface="Arial"/>
                </a:rPr>
                <a:t>PELAKSANA</a:t>
              </a:r>
              <a:endParaRPr dirty="0"/>
            </a:p>
          </p:txBody>
        </p:sp>
      </p:grpSp>
      <p:graphicFrame>
        <p:nvGraphicFramePr>
          <p:cNvPr id="791" name="table_5"/>
          <p:cNvGraphicFramePr/>
          <p:nvPr>
            <p:extLst>
              <p:ext uri="{D42A27DB-BD31-4B8C-83A1-F6EECF244321}">
                <p14:modId xmlns:p14="http://schemas.microsoft.com/office/powerpoint/2010/main" val="3889782096"/>
              </p:ext>
            </p:extLst>
          </p:nvPr>
        </p:nvGraphicFramePr>
        <p:xfrm>
          <a:off x="5022366" y="3598028"/>
          <a:ext cx="1100850" cy="1760160"/>
        </p:xfrm>
        <a:graphic>
          <a:graphicData uri="http://schemas.openxmlformats.org/drawingml/2006/table">
            <a:tbl>
              <a:tblPr>
                <a:noFill/>
                <a:tableStyleId>{43F93C65-BEC1-43AD-96CD-C93F1471F904}</a:tableStyleId>
              </a:tblPr>
              <a:tblGrid>
                <a:gridCol w="86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PNS JPT Utama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lang="en-US" sz="6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count_utama</a:t>
                      </a: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PNS JPT </a:t>
                      </a: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Madya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lang="en-US" sz="6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count_madya</a:t>
                      </a: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r>
                        <a:rPr lang="id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92638"/>
                  </a:ext>
                </a:extLst>
              </a:tr>
              <a:tr h="11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PNS JPT </a:t>
                      </a:r>
                      <a:r>
                        <a:rPr lang="en-US" sz="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Pratama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lang="en-US" sz="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count_pratama</a:t>
                      </a:r>
                      <a:r>
                        <a:rPr lang="en-US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Administrator</a:t>
                      </a:r>
                      <a:endParaRPr lang="en-US"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lang="en-US" sz="6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count_administrator</a:t>
                      </a: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r>
                        <a:rPr lang="id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836286"/>
                  </a:ext>
                </a:extLst>
              </a:tr>
              <a:tr h="11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Pengawas</a:t>
                      </a:r>
                      <a:endParaRPr lang="en-US"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lang="en-US" sz="6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count_pengawas</a:t>
                      </a: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r>
                        <a:rPr lang="id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108902"/>
                  </a:ext>
                </a:extLst>
              </a:tr>
              <a:tr h="11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Eselon</a:t>
                      </a: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V</a:t>
                      </a:r>
                      <a:endParaRPr lang="en-US"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lang="en-US" sz="6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count_eselon</a:t>
                      </a: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r>
                        <a:rPr lang="id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00" marR="3800" marT="3800" marB="0" anchor="b"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92" name="table_6"/>
          <p:cNvGraphicFramePr/>
          <p:nvPr>
            <p:extLst>
              <p:ext uri="{D42A27DB-BD31-4B8C-83A1-F6EECF244321}">
                <p14:modId xmlns:p14="http://schemas.microsoft.com/office/powerpoint/2010/main" val="854458162"/>
              </p:ext>
            </p:extLst>
          </p:nvPr>
        </p:nvGraphicFramePr>
        <p:xfrm>
          <a:off x="6355270" y="3598026"/>
          <a:ext cx="1265350" cy="1523622"/>
        </p:xfrm>
        <a:graphic>
          <a:graphicData uri="http://schemas.openxmlformats.org/drawingml/2006/table">
            <a:tbl>
              <a:tblPr>
                <a:noFill/>
                <a:tableStyleId>{43F93C65-BEC1-43AD-96CD-C93F1471F904}</a:tableStyleId>
              </a:tblPr>
              <a:tblGrid>
                <a:gridCol w="92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600" dirty="0">
                          <a:solidFill>
                            <a:srgbClr val="000000"/>
                          </a:solidFill>
                        </a:rPr>
                        <a:t>PNS JF </a:t>
                      </a: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Guru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36000" marT="0" marB="0" anchor="ctr">
                    <a:solidFill>
                      <a:srgbClr val="F8D0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lang="en-US" sz="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count_jf_guru</a:t>
                      </a:r>
                      <a:r>
                        <a:rPr lang="en-US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36000" marT="0" marB="0" anchor="ctr">
                    <a:solidFill>
                      <a:srgbClr val="F8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PNS JF Medis</a:t>
                      </a:r>
                      <a:endParaRPr sz="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36000" marT="0" marB="0" anchor="ctr">
                    <a:solidFill>
                      <a:srgbClr val="F8D0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/>
                        <a:t>{</a:t>
                      </a:r>
                      <a:r>
                        <a:rPr lang="en-US" sz="600" dirty="0" err="1"/>
                        <a:t>count_jf_medis</a:t>
                      </a:r>
                      <a:r>
                        <a:rPr lang="en-US" sz="600" dirty="0"/>
                        <a:t>}</a:t>
                      </a:r>
                      <a:endParaRPr sz="600" dirty="0"/>
                    </a:p>
                  </a:txBody>
                  <a:tcPr marL="0" marR="36000" marT="0" marB="0" anchor="ctr">
                    <a:solidFill>
                      <a:srgbClr val="F8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PNS JF Teknis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36000" marT="0" marB="0" anchor="ctr">
                    <a:solidFill>
                      <a:srgbClr val="F8D0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/>
                        <a:t>{</a:t>
                      </a:r>
                      <a:r>
                        <a:rPr lang="en-US" sz="600" dirty="0" err="1"/>
                        <a:t>count_jf_teknis</a:t>
                      </a:r>
                      <a:r>
                        <a:rPr lang="en-US" sz="600" dirty="0"/>
                        <a:t>}</a:t>
                      </a:r>
                      <a:endParaRPr sz="600" dirty="0"/>
                    </a:p>
                  </a:txBody>
                  <a:tcPr marL="0" marR="36000" marT="0" marB="0" anchor="ctr">
                    <a:solidFill>
                      <a:srgbClr val="F8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PPPK </a:t>
                      </a:r>
                      <a:r>
                        <a:rPr lang="en-US" sz="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JF Guru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36000" marT="0" marB="0" anchor="ctr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/>
                        <a:t>{</a:t>
                      </a:r>
                      <a:r>
                        <a:rPr lang="en-US" sz="600" dirty="0" err="1"/>
                        <a:t>count_pppk_guru</a:t>
                      </a:r>
                      <a:r>
                        <a:rPr lang="en-US" sz="600" dirty="0"/>
                        <a:t>}</a:t>
                      </a:r>
                      <a:endParaRPr sz="600" dirty="0"/>
                    </a:p>
                  </a:txBody>
                  <a:tcPr marL="0" marR="36000" marT="0" marB="0" anchor="ctr"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PPPK </a:t>
                      </a:r>
                      <a:r>
                        <a:rPr lang="en-US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JF </a:t>
                      </a:r>
                      <a:r>
                        <a:rPr lang="en-US" sz="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Medis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36000" marT="0" marB="0" anchor="ctr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/>
                        <a:t>{</a:t>
                      </a:r>
                      <a:r>
                        <a:rPr lang="en-US" sz="600" dirty="0" err="1"/>
                        <a:t>count_pppk_medis</a:t>
                      </a:r>
                      <a:r>
                        <a:rPr lang="en-US" sz="600" dirty="0"/>
                        <a:t>}</a:t>
                      </a:r>
                      <a:endParaRPr sz="600" dirty="0"/>
                    </a:p>
                  </a:txBody>
                  <a:tcPr marL="0" marR="36000" marT="0" marB="0" anchor="ctr"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PPPK </a:t>
                      </a:r>
                      <a:r>
                        <a:rPr lang="en-US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JF </a:t>
                      </a:r>
                      <a:r>
                        <a:rPr lang="id" sz="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Teknis</a:t>
                      </a:r>
                      <a:endParaRPr sz="6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36000" marT="0" marB="0" anchor="ctr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/>
                        <a:t>{</a:t>
                      </a:r>
                      <a:r>
                        <a:rPr lang="en-US" sz="600" dirty="0" err="1"/>
                        <a:t>count_pppk_teknis</a:t>
                      </a:r>
                      <a:r>
                        <a:rPr lang="en-US" sz="600" dirty="0"/>
                        <a:t>}</a:t>
                      </a:r>
                      <a:endParaRPr sz="600" dirty="0"/>
                    </a:p>
                  </a:txBody>
                  <a:tcPr marL="0" marR="36000" marT="0" marB="0" anchor="ctr"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94" name="Google Shape;794;p75"/>
          <p:cNvSpPr txBox="1"/>
          <p:nvPr/>
        </p:nvSpPr>
        <p:spPr>
          <a:xfrm>
            <a:off x="1267568" y="136550"/>
            <a:ext cx="5463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1" dirty="0">
                <a:solidFill>
                  <a:srgbClr val="193985"/>
                </a:solidFill>
                <a:latin typeface="Montserrat"/>
                <a:ea typeface="Montserrat"/>
                <a:cs typeface="Montserrat"/>
                <a:sym typeface="Montserrat"/>
              </a:rPr>
              <a:t>STATISTIK ASN</a:t>
            </a:r>
            <a:r>
              <a:rPr lang="en-US" sz="1800" b="1" dirty="0">
                <a:solidFill>
                  <a:srgbClr val="19398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93985"/>
                </a:solidFill>
                <a:latin typeface="Montserrat"/>
                <a:ea typeface="Montserrat"/>
                <a:cs typeface="Montserrat"/>
                <a:sym typeface="Montserrat"/>
              </a:rPr>
              <a:t>{instansi_1}</a:t>
            </a:r>
            <a:endParaRPr sz="1800" b="1" dirty="0">
              <a:solidFill>
                <a:srgbClr val="193985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aphicFrame>
        <p:nvGraphicFramePr>
          <p:cNvPr id="2" name="table_2">
            <a:extLst>
              <a:ext uri="{FF2B5EF4-FFF2-40B4-BE49-F238E27FC236}">
                <a16:creationId xmlns:a16="http://schemas.microsoft.com/office/drawing/2014/main" id="{5055B065-E905-4ED8-9E37-5B21B5A93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540898"/>
              </p:ext>
            </p:extLst>
          </p:nvPr>
        </p:nvGraphicFramePr>
        <p:xfrm>
          <a:off x="1672540" y="3186690"/>
          <a:ext cx="609600" cy="3520440"/>
        </p:xfrm>
        <a:graphic>
          <a:graphicData uri="http://schemas.openxmlformats.org/drawingml/2006/table">
            <a:tbl>
              <a:tblPr>
                <a:tableStyleId>{2460487B-A31E-4291-9FF1-7AE1C1612F53}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548401398"/>
                    </a:ext>
                  </a:extLst>
                </a:gridCol>
              </a:tblGrid>
              <a:tr h="1557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{persentase_vis_0_5}</a:t>
                      </a:r>
                    </a:p>
                  </a:txBody>
                  <a:tcPr marL="7620" marR="7620" marT="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126495"/>
                  </a:ext>
                </a:extLst>
              </a:tr>
              <a:tr h="1557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{persentase_vis_6_10}</a:t>
                      </a:r>
                    </a:p>
                  </a:txBody>
                  <a:tcPr marL="7620" marR="7620" marT="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0170535"/>
                  </a:ext>
                </a:extLst>
              </a:tr>
              <a:tr h="1557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{persentase_vis_11_15}</a:t>
                      </a:r>
                    </a:p>
                  </a:txBody>
                  <a:tcPr marL="7620" marR="7620" marT="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679874"/>
                  </a:ext>
                </a:extLst>
              </a:tr>
              <a:tr h="1557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{persentase_vis_16_20}</a:t>
                      </a:r>
                    </a:p>
                  </a:txBody>
                  <a:tcPr marL="7620" marR="7620" marT="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5621839"/>
                  </a:ext>
                </a:extLst>
              </a:tr>
              <a:tr h="1557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{persentase_vis_21_25}</a:t>
                      </a:r>
                    </a:p>
                  </a:txBody>
                  <a:tcPr marL="7620" marR="7620" marT="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1028071"/>
                  </a:ext>
                </a:extLst>
              </a:tr>
              <a:tr h="1557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{persentase_vis_26_30}</a:t>
                      </a:r>
                    </a:p>
                  </a:txBody>
                  <a:tcPr marL="7620" marR="7620" marT="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0083421"/>
                  </a:ext>
                </a:extLst>
              </a:tr>
              <a:tr h="1557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{persentase_vis_30}</a:t>
                      </a:r>
                    </a:p>
                  </a:txBody>
                  <a:tcPr marL="7620" marR="7620" marT="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8675659"/>
                  </a:ext>
                </a:extLst>
              </a:tr>
            </a:tbl>
          </a:graphicData>
        </a:graphic>
      </p:graphicFrame>
      <p:graphicFrame>
        <p:nvGraphicFramePr>
          <p:cNvPr id="4" name="table_4">
            <a:extLst>
              <a:ext uri="{FF2B5EF4-FFF2-40B4-BE49-F238E27FC236}">
                <a16:creationId xmlns:a16="http://schemas.microsoft.com/office/drawing/2014/main" id="{156096E4-3ED1-497D-AD93-67B2ACE69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520475"/>
              </p:ext>
            </p:extLst>
          </p:nvPr>
        </p:nvGraphicFramePr>
        <p:xfrm>
          <a:off x="4063202" y="3183032"/>
          <a:ext cx="609600" cy="2331720"/>
        </p:xfrm>
        <a:graphic>
          <a:graphicData uri="http://schemas.openxmlformats.org/drawingml/2006/table">
            <a:tbl>
              <a:tblPr>
                <a:tableStyleId>{2460487B-A31E-4291-9FF1-7AE1C1612F53}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167015549"/>
                    </a:ext>
                  </a:extLst>
                </a:gridCol>
              </a:tblGrid>
              <a:tr h="196535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{persentase_vis_18}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0194963"/>
                  </a:ext>
                </a:extLst>
              </a:tr>
              <a:tr h="196535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{persentase_vis_21}</a:t>
                      </a:r>
                      <a:endParaRPr lang="en-US" sz="1000" b="1" i="0" u="none" strike="noStrike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45056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{persentase_vis_31}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6878282"/>
                  </a:ext>
                </a:extLst>
              </a:tr>
              <a:tr h="18010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{persentase_vis_41}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7605397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{persentase_vis_51}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7638504"/>
                  </a:ext>
                </a:extLst>
              </a:tr>
              <a:tr h="18010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{persentase_vis_60}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40168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46A7377-26D7-48DF-E1B5-7606556FB5C6}"/>
              </a:ext>
            </a:extLst>
          </p:cNvPr>
          <p:cNvSpPr txBox="1"/>
          <p:nvPr/>
        </p:nvSpPr>
        <p:spPr>
          <a:xfrm>
            <a:off x="4554526" y="2456418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SD - SMA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AD11E-4272-EC41-3DF5-BEDEF362A597}"/>
              </a:ext>
            </a:extLst>
          </p:cNvPr>
          <p:cNvSpPr txBox="1"/>
          <p:nvPr/>
        </p:nvSpPr>
        <p:spPr>
          <a:xfrm>
            <a:off x="5380074" y="2454546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DI - DIII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52E49D-0322-AF21-7E25-DAC8D8ED8513}"/>
              </a:ext>
            </a:extLst>
          </p:cNvPr>
          <p:cNvSpPr txBox="1"/>
          <p:nvPr/>
        </p:nvSpPr>
        <p:spPr>
          <a:xfrm>
            <a:off x="6174706" y="2455200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DIV/S1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D66E5-8A61-149C-6F59-02287F9AC3A4}"/>
              </a:ext>
            </a:extLst>
          </p:cNvPr>
          <p:cNvSpPr txBox="1"/>
          <p:nvPr/>
        </p:nvSpPr>
        <p:spPr>
          <a:xfrm>
            <a:off x="6981788" y="2455200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1E84B-4B74-ED32-70EF-E1DFF9D752F0}"/>
              </a:ext>
            </a:extLst>
          </p:cNvPr>
          <p:cNvSpPr txBox="1"/>
          <p:nvPr/>
        </p:nvSpPr>
        <p:spPr>
          <a:xfrm>
            <a:off x="7813734" y="2455200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711D8-4113-8CFB-9A95-147A6BB5483D}"/>
              </a:ext>
            </a:extLst>
          </p:cNvPr>
          <p:cNvSpPr txBox="1"/>
          <p:nvPr/>
        </p:nvSpPr>
        <p:spPr>
          <a:xfrm>
            <a:off x="6519439" y="3338154"/>
            <a:ext cx="517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{</a:t>
            </a:r>
            <a:r>
              <a:rPr lang="en-US" sz="800" b="1" dirty="0" err="1"/>
              <a:t>count_fungsional</a:t>
            </a:r>
            <a:r>
              <a:rPr lang="en-US" sz="800" b="1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4DD31-B383-BA0D-EC48-ABEA2EB1C7C0}"/>
              </a:ext>
            </a:extLst>
          </p:cNvPr>
          <p:cNvSpPr txBox="1"/>
          <p:nvPr/>
        </p:nvSpPr>
        <p:spPr>
          <a:xfrm>
            <a:off x="6911832" y="3336712"/>
            <a:ext cx="459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({</a:t>
            </a:r>
            <a:r>
              <a:rPr lang="en-US" sz="800" b="1" dirty="0" err="1"/>
              <a:t>persentase_vis_fungsional</a:t>
            </a:r>
            <a:r>
              <a:rPr lang="en-US" sz="800" b="1" dirty="0"/>
              <a:t>})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1A0C1-A300-7DDB-2F4D-D8A95524A990}"/>
              </a:ext>
            </a:extLst>
          </p:cNvPr>
          <p:cNvSpPr txBox="1"/>
          <p:nvPr/>
        </p:nvSpPr>
        <p:spPr>
          <a:xfrm>
            <a:off x="5171381" y="3338153"/>
            <a:ext cx="517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{</a:t>
            </a:r>
            <a:r>
              <a:rPr lang="en-US" sz="800" b="1" dirty="0" err="1"/>
              <a:t>count_struktural</a:t>
            </a:r>
            <a:r>
              <a:rPr lang="en-US" sz="800" b="1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C1B04-93E7-7009-EC43-B5F9AEDF253B}"/>
              </a:ext>
            </a:extLst>
          </p:cNvPr>
          <p:cNvSpPr txBox="1"/>
          <p:nvPr/>
        </p:nvSpPr>
        <p:spPr>
          <a:xfrm>
            <a:off x="5491204" y="3336711"/>
            <a:ext cx="459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({</a:t>
            </a:r>
            <a:r>
              <a:rPr lang="en-US" sz="800" b="1" dirty="0" err="1"/>
              <a:t>persentase_vis_struktural</a:t>
            </a:r>
            <a:r>
              <a:rPr lang="en-US" sz="800" b="1" dirty="0"/>
              <a:t>})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7986CE-10B1-EBE2-F2AD-F704785727BB}"/>
              </a:ext>
            </a:extLst>
          </p:cNvPr>
          <p:cNvSpPr txBox="1"/>
          <p:nvPr/>
        </p:nvSpPr>
        <p:spPr>
          <a:xfrm>
            <a:off x="7906850" y="3338153"/>
            <a:ext cx="517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{</a:t>
            </a:r>
            <a:r>
              <a:rPr lang="en-US" sz="800" b="1" dirty="0" err="1"/>
              <a:t>count_pelaksana</a:t>
            </a:r>
            <a:r>
              <a:rPr lang="en-US" sz="800" b="1" dirty="0"/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630E8A-A7F8-1E61-CE86-ECB1C2635EED}"/>
              </a:ext>
            </a:extLst>
          </p:cNvPr>
          <p:cNvSpPr txBox="1"/>
          <p:nvPr/>
        </p:nvSpPr>
        <p:spPr>
          <a:xfrm>
            <a:off x="8299243" y="3336711"/>
            <a:ext cx="459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({</a:t>
            </a:r>
            <a:r>
              <a:rPr lang="en-US" sz="800" b="1" dirty="0" err="1"/>
              <a:t>persentase_vis_pelaksana</a:t>
            </a:r>
            <a:r>
              <a:rPr lang="en-US" sz="800" b="1" dirty="0"/>
              <a:t>})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16B8D91-F850-AE19-146D-8F4F98A1E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98" y="3639703"/>
            <a:ext cx="1245555" cy="108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3641</TotalTime>
  <Words>467</Words>
  <Application>Microsoft Office PowerPoint</Application>
  <PresentationFormat>On-screen Show (16:9)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Montserrat</vt:lpstr>
      <vt:lpstr>Open Sans ExtraBold</vt:lpstr>
      <vt:lpstr>Anton</vt:lpstr>
      <vt:lpstr>Calibri</vt:lpstr>
      <vt:lpstr>Arial</vt:lpstr>
      <vt:lpstr>Barlow Condensed</vt:lpstr>
      <vt:lpstr>Open Sans</vt:lpstr>
      <vt:lpstr>League Spartan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Dinda Fahrani</dc:creator>
  <cp:lastModifiedBy>Yofadikara Nurrohman</cp:lastModifiedBy>
  <cp:revision>53</cp:revision>
  <dcterms:modified xsi:type="dcterms:W3CDTF">2025-08-25T09:36:16Z</dcterms:modified>
</cp:coreProperties>
</file>