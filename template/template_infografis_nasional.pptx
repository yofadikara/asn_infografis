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8288000" cy="10287000"/>
  <p:notesSz cx="6858000" cy="9144000"/>
  <p:embeddedFontLst>
    <p:embeddedFont>
      <p:font typeface="Arial Bold" panose="020B0704020202020204" pitchFamily="34" charset="0"/>
      <p:bold r:id="rId4"/>
    </p:embeddedFont>
    <p:embeddedFont>
      <p:font typeface="Open Sans" panose="020B0606030504020204" pitchFamily="34" charset="0"/>
      <p:regular r:id="rId5"/>
      <p:bold r:id="rId6"/>
    </p:embeddedFont>
    <p:embeddedFont>
      <p:font typeface="Open Sans Bold" panose="020B0806030504020204" pitchFamily="34" charset="0"/>
      <p:bold r:id="rId7"/>
    </p:embeddedFont>
    <p:embeddedFont>
      <p:font typeface="Open Sans Bold Italics" panose="020B0604020202020204" charset="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959"/>
    <a:srgbClr val="C9CACA"/>
    <a:srgbClr val="E7457B"/>
    <a:srgbClr val="609DEE"/>
    <a:srgbClr val="1C73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54" autoAdjust="0"/>
    <p:restoredTop sz="94622" autoAdjust="0"/>
  </p:normalViewPr>
  <p:slideViewPr>
    <p:cSldViewPr>
      <p:cViewPr varScale="1">
        <p:scale>
          <a:sx n="52" d="100"/>
          <a:sy n="52" d="100"/>
        </p:scale>
        <p:origin x="922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heme" Target="theme/theme1.xml"/><Relationship Id="rId5" Type="http://schemas.openxmlformats.org/officeDocument/2006/relationships/font" Target="fonts/font2.fntdata"/><Relationship Id="rId10" Type="http://schemas.openxmlformats.org/officeDocument/2006/relationships/viewProps" Target="viewProps.xml"/><Relationship Id="rId4" Type="http://schemas.openxmlformats.org/officeDocument/2006/relationships/font" Target="fonts/font1.fntdata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fadikara Nurrohman" userId="92e6fe32f2f0c507" providerId="LiveId" clId="{FDC5BF04-28D9-4B06-A8F3-DEC669F7CDC1}"/>
    <pc:docChg chg="undo redo custSel modSld">
      <pc:chgData name="Yofadikara Nurrohman" userId="92e6fe32f2f0c507" providerId="LiveId" clId="{FDC5BF04-28D9-4B06-A8F3-DEC669F7CDC1}" dt="2026-09-17T02:17:08.579" v="224" actId="404"/>
      <pc:docMkLst>
        <pc:docMk/>
      </pc:docMkLst>
      <pc:sldChg chg="addSp delSp modSp mod">
        <pc:chgData name="Yofadikara Nurrohman" userId="92e6fe32f2f0c507" providerId="LiveId" clId="{FDC5BF04-28D9-4B06-A8F3-DEC669F7CDC1}" dt="2026-09-17T02:17:08.579" v="224" actId="404"/>
        <pc:sldMkLst>
          <pc:docMk/>
          <pc:sldMk cId="0" sldId="256"/>
        </pc:sldMkLst>
        <pc:spChg chg="mod">
          <ac:chgData name="Yofadikara Nurrohman" userId="92e6fe32f2f0c507" providerId="LiveId" clId="{FDC5BF04-28D9-4B06-A8F3-DEC669F7CDC1}" dt="2026-09-17T02:17:08.579" v="224" actId="404"/>
          <ac:spMkLst>
            <pc:docMk/>
            <pc:sldMk cId="0" sldId="256"/>
            <ac:spMk id="312" creationId="{307BD22F-5BFA-98F3-634E-DB3748BBCB7E}"/>
          </ac:spMkLst>
        </pc:spChg>
        <pc:spChg chg="mod">
          <ac:chgData name="Yofadikara Nurrohman" userId="92e6fe32f2f0c507" providerId="LiveId" clId="{FDC5BF04-28D9-4B06-A8F3-DEC669F7CDC1}" dt="2026-09-17T02:17:02.284" v="223" actId="14100"/>
          <ac:spMkLst>
            <pc:docMk/>
            <pc:sldMk cId="0" sldId="256"/>
            <ac:spMk id="380" creationId="{7AF20880-B62F-6E02-F706-DD1C37DF6DB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A2A906-D963-4E59-B973-88DF90B95021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74D866-E7A2-49CC-8E1A-FA664F4F3E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744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4D866-E7A2-49CC-8E1A-FA664F4F3EE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0343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Rectangle 378">
            <a:extLst>
              <a:ext uri="{FF2B5EF4-FFF2-40B4-BE49-F238E27FC236}">
                <a16:creationId xmlns:a16="http://schemas.microsoft.com/office/drawing/2014/main" id="{E95288CE-3B8F-2C1A-5C1E-90906CB8C533}"/>
              </a:ext>
            </a:extLst>
          </p:cNvPr>
          <p:cNvSpPr/>
          <p:nvPr/>
        </p:nvSpPr>
        <p:spPr>
          <a:xfrm>
            <a:off x="-152400" y="0"/>
            <a:ext cx="18516600" cy="10287000"/>
          </a:xfrm>
          <a:prstGeom prst="rect">
            <a:avLst/>
          </a:prstGeom>
          <a:solidFill>
            <a:srgbClr val="F5F5F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1C73E7"/>
              </a:solidFill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6007629" y="905304"/>
            <a:ext cx="1682105" cy="709793"/>
          </a:xfrm>
          <a:custGeom>
            <a:avLst/>
            <a:gdLst/>
            <a:ahLst/>
            <a:cxnLst/>
            <a:rect l="l" t="t" r="r" b="b"/>
            <a:pathLst>
              <a:path w="1682105" h="709793">
                <a:moveTo>
                  <a:pt x="0" y="0"/>
                </a:moveTo>
                <a:lnTo>
                  <a:pt x="1682106" y="0"/>
                </a:lnTo>
                <a:lnTo>
                  <a:pt x="1682106" y="709793"/>
                </a:lnTo>
                <a:lnTo>
                  <a:pt x="0" y="7097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2332167" y="1141232"/>
            <a:ext cx="13506030" cy="461667"/>
            <a:chOff x="0" y="0"/>
            <a:chExt cx="18008040" cy="615556"/>
          </a:xfrm>
          <a:solidFill>
            <a:srgbClr val="C9CACA"/>
          </a:solidFill>
        </p:grpSpPr>
        <p:sp>
          <p:nvSpPr>
            <p:cNvPr id="5" name="Freeform 5"/>
            <p:cNvSpPr/>
            <p:nvPr/>
          </p:nvSpPr>
          <p:spPr>
            <a:xfrm>
              <a:off x="0" y="0"/>
              <a:ext cx="18008053" cy="615569"/>
            </a:xfrm>
            <a:custGeom>
              <a:avLst/>
              <a:gdLst/>
              <a:ahLst/>
              <a:cxnLst/>
              <a:rect l="l" t="t" r="r" b="b"/>
              <a:pathLst>
                <a:path w="18008053" h="615569">
                  <a:moveTo>
                    <a:pt x="0" y="0"/>
                  </a:moveTo>
                  <a:lnTo>
                    <a:pt x="18008053" y="0"/>
                  </a:lnTo>
                  <a:lnTo>
                    <a:pt x="18008053" y="615569"/>
                  </a:lnTo>
                  <a:lnTo>
                    <a:pt x="0" y="615569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244887" y="6032971"/>
            <a:ext cx="11795486" cy="3785965"/>
            <a:chOff x="0" y="0"/>
            <a:chExt cx="3106630" cy="99712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06630" cy="997126"/>
            </a:xfrm>
            <a:custGeom>
              <a:avLst/>
              <a:gdLst/>
              <a:ahLst/>
              <a:cxnLst/>
              <a:rect l="l" t="t" r="r" b="b"/>
              <a:pathLst>
                <a:path w="3106630" h="997126">
                  <a:moveTo>
                    <a:pt x="17065" y="0"/>
                  </a:moveTo>
                  <a:lnTo>
                    <a:pt x="3089565" y="0"/>
                  </a:lnTo>
                  <a:cubicBezTo>
                    <a:pt x="3094091" y="0"/>
                    <a:pt x="3098432" y="1798"/>
                    <a:pt x="3101632" y="4998"/>
                  </a:cubicBezTo>
                  <a:cubicBezTo>
                    <a:pt x="3104832" y="8199"/>
                    <a:pt x="3106630" y="12539"/>
                    <a:pt x="3106630" y="17065"/>
                  </a:cubicBezTo>
                  <a:lnTo>
                    <a:pt x="3106630" y="980061"/>
                  </a:lnTo>
                  <a:cubicBezTo>
                    <a:pt x="3106630" y="984587"/>
                    <a:pt x="3104832" y="988928"/>
                    <a:pt x="3101632" y="992128"/>
                  </a:cubicBezTo>
                  <a:cubicBezTo>
                    <a:pt x="3098432" y="995328"/>
                    <a:pt x="3094091" y="997126"/>
                    <a:pt x="3089565" y="997126"/>
                  </a:cubicBezTo>
                  <a:lnTo>
                    <a:pt x="17065" y="997126"/>
                  </a:lnTo>
                  <a:cubicBezTo>
                    <a:pt x="12539" y="997126"/>
                    <a:pt x="8199" y="995328"/>
                    <a:pt x="4998" y="992128"/>
                  </a:cubicBezTo>
                  <a:cubicBezTo>
                    <a:pt x="1798" y="988928"/>
                    <a:pt x="0" y="984587"/>
                    <a:pt x="0" y="980061"/>
                  </a:cubicBezTo>
                  <a:lnTo>
                    <a:pt x="0" y="17065"/>
                  </a:lnTo>
                  <a:cubicBezTo>
                    <a:pt x="0" y="12539"/>
                    <a:pt x="1798" y="8199"/>
                    <a:pt x="4998" y="4998"/>
                  </a:cubicBezTo>
                  <a:cubicBezTo>
                    <a:pt x="8199" y="1798"/>
                    <a:pt x="12539" y="0"/>
                    <a:pt x="17065" y="0"/>
                  </a:cubicBezTo>
                  <a:close/>
                </a:path>
              </a:pathLst>
            </a:custGeom>
            <a:ln w="47625" cap="rnd">
              <a:solidFill>
                <a:srgbClr val="C9CACA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3106630" cy="9971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1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975889" y="6846538"/>
            <a:ext cx="1564062" cy="2728596"/>
            <a:chOff x="0" y="0"/>
            <a:chExt cx="321823" cy="56143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21823" cy="561439"/>
            </a:xfrm>
            <a:custGeom>
              <a:avLst/>
              <a:gdLst/>
              <a:ahLst/>
              <a:cxnLst/>
              <a:rect l="l" t="t" r="r" b="b"/>
              <a:pathLst>
                <a:path w="321823" h="561439">
                  <a:moveTo>
                    <a:pt x="42538" y="0"/>
                  </a:moveTo>
                  <a:lnTo>
                    <a:pt x="279285" y="0"/>
                  </a:lnTo>
                  <a:cubicBezTo>
                    <a:pt x="290567" y="0"/>
                    <a:pt x="301387" y="4482"/>
                    <a:pt x="309364" y="12459"/>
                  </a:cubicBezTo>
                  <a:cubicBezTo>
                    <a:pt x="317342" y="20437"/>
                    <a:pt x="321823" y="31256"/>
                    <a:pt x="321823" y="42538"/>
                  </a:cubicBezTo>
                  <a:lnTo>
                    <a:pt x="321823" y="518901"/>
                  </a:lnTo>
                  <a:cubicBezTo>
                    <a:pt x="321823" y="530183"/>
                    <a:pt x="317342" y="541003"/>
                    <a:pt x="309364" y="548980"/>
                  </a:cubicBezTo>
                  <a:cubicBezTo>
                    <a:pt x="301387" y="556958"/>
                    <a:pt x="290567" y="561439"/>
                    <a:pt x="279285" y="561439"/>
                  </a:cubicBezTo>
                  <a:lnTo>
                    <a:pt x="42538" y="561439"/>
                  </a:lnTo>
                  <a:cubicBezTo>
                    <a:pt x="31256" y="561439"/>
                    <a:pt x="20437" y="556958"/>
                    <a:pt x="12459" y="548980"/>
                  </a:cubicBezTo>
                  <a:cubicBezTo>
                    <a:pt x="4482" y="541003"/>
                    <a:pt x="0" y="530183"/>
                    <a:pt x="0" y="518901"/>
                  </a:cubicBezTo>
                  <a:lnTo>
                    <a:pt x="0" y="42538"/>
                  </a:lnTo>
                  <a:cubicBezTo>
                    <a:pt x="0" y="31256"/>
                    <a:pt x="4482" y="20437"/>
                    <a:pt x="12459" y="12459"/>
                  </a:cubicBezTo>
                  <a:cubicBezTo>
                    <a:pt x="20437" y="4482"/>
                    <a:pt x="31256" y="0"/>
                    <a:pt x="42538" y="0"/>
                  </a:cubicBezTo>
                  <a:close/>
                </a:path>
              </a:pathLst>
            </a:custGeom>
            <a:solidFill>
              <a:srgbClr val="C9CA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321823" cy="5614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1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975889" y="7225996"/>
            <a:ext cx="1564062" cy="452150"/>
            <a:chOff x="0" y="0"/>
            <a:chExt cx="432917" cy="12515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32917" cy="125151"/>
            </a:xfrm>
            <a:custGeom>
              <a:avLst/>
              <a:gdLst/>
              <a:ahLst/>
              <a:cxnLst/>
              <a:rect l="l" t="t" r="r" b="b"/>
              <a:pathLst>
                <a:path w="432917" h="125151">
                  <a:moveTo>
                    <a:pt x="34804" y="0"/>
                  </a:moveTo>
                  <a:lnTo>
                    <a:pt x="398113" y="0"/>
                  </a:lnTo>
                  <a:cubicBezTo>
                    <a:pt x="417334" y="0"/>
                    <a:pt x="432917" y="15582"/>
                    <a:pt x="432917" y="34804"/>
                  </a:cubicBezTo>
                  <a:lnTo>
                    <a:pt x="432917" y="90347"/>
                  </a:lnTo>
                  <a:cubicBezTo>
                    <a:pt x="432917" y="109568"/>
                    <a:pt x="417334" y="125151"/>
                    <a:pt x="398113" y="125151"/>
                  </a:cubicBezTo>
                  <a:lnTo>
                    <a:pt x="34804" y="125151"/>
                  </a:lnTo>
                  <a:cubicBezTo>
                    <a:pt x="25573" y="125151"/>
                    <a:pt x="16721" y="121484"/>
                    <a:pt x="10194" y="114957"/>
                  </a:cubicBezTo>
                  <a:cubicBezTo>
                    <a:pt x="3667" y="108430"/>
                    <a:pt x="0" y="99577"/>
                    <a:pt x="0" y="90347"/>
                  </a:cubicBezTo>
                  <a:lnTo>
                    <a:pt x="0" y="34804"/>
                  </a:lnTo>
                  <a:cubicBezTo>
                    <a:pt x="0" y="15582"/>
                    <a:pt x="15582" y="0"/>
                    <a:pt x="34804" y="0"/>
                  </a:cubicBezTo>
                  <a:close/>
                </a:path>
              </a:pathLst>
            </a:custGeom>
            <a:solidFill>
              <a:srgbClr val="E7457B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432917" cy="1251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1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43158" y="6032688"/>
            <a:ext cx="5906102" cy="3785965"/>
            <a:chOff x="0" y="0"/>
            <a:chExt cx="1555516" cy="99712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555516" cy="997126"/>
            </a:xfrm>
            <a:custGeom>
              <a:avLst/>
              <a:gdLst/>
              <a:ahLst/>
              <a:cxnLst/>
              <a:rect l="l" t="t" r="r" b="b"/>
              <a:pathLst>
                <a:path w="1555516" h="997126">
                  <a:moveTo>
                    <a:pt x="34082" y="0"/>
                  </a:moveTo>
                  <a:lnTo>
                    <a:pt x="1521435" y="0"/>
                  </a:lnTo>
                  <a:cubicBezTo>
                    <a:pt x="1530474" y="0"/>
                    <a:pt x="1539143" y="3591"/>
                    <a:pt x="1545534" y="9982"/>
                  </a:cubicBezTo>
                  <a:cubicBezTo>
                    <a:pt x="1551926" y="16374"/>
                    <a:pt x="1555516" y="25043"/>
                    <a:pt x="1555516" y="34082"/>
                  </a:cubicBezTo>
                  <a:lnTo>
                    <a:pt x="1555516" y="963045"/>
                  </a:lnTo>
                  <a:cubicBezTo>
                    <a:pt x="1555516" y="972084"/>
                    <a:pt x="1551926" y="980753"/>
                    <a:pt x="1545534" y="987144"/>
                  </a:cubicBezTo>
                  <a:cubicBezTo>
                    <a:pt x="1539143" y="993536"/>
                    <a:pt x="1530474" y="997126"/>
                    <a:pt x="1521435" y="997126"/>
                  </a:cubicBezTo>
                  <a:lnTo>
                    <a:pt x="34082" y="997126"/>
                  </a:lnTo>
                  <a:cubicBezTo>
                    <a:pt x="15259" y="997126"/>
                    <a:pt x="0" y="981868"/>
                    <a:pt x="0" y="963045"/>
                  </a:cubicBezTo>
                  <a:lnTo>
                    <a:pt x="0" y="34082"/>
                  </a:lnTo>
                  <a:cubicBezTo>
                    <a:pt x="0" y="25043"/>
                    <a:pt x="3591" y="16374"/>
                    <a:pt x="9982" y="9982"/>
                  </a:cubicBezTo>
                  <a:cubicBezTo>
                    <a:pt x="16374" y="3591"/>
                    <a:pt x="25043" y="0"/>
                    <a:pt x="34082" y="0"/>
                  </a:cubicBezTo>
                  <a:close/>
                </a:path>
              </a:pathLst>
            </a:custGeom>
            <a:ln w="47625" cap="rnd">
              <a:solidFill>
                <a:srgbClr val="C9CACA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1555516" cy="9971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1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65504" y="6241955"/>
            <a:ext cx="5261410" cy="409575"/>
            <a:chOff x="0" y="0"/>
            <a:chExt cx="7874796" cy="613014"/>
          </a:xfrm>
          <a:solidFill>
            <a:srgbClr val="609DEE"/>
          </a:solidFill>
        </p:grpSpPr>
        <p:sp>
          <p:nvSpPr>
            <p:cNvPr id="20" name="Freeform 20"/>
            <p:cNvSpPr/>
            <p:nvPr/>
          </p:nvSpPr>
          <p:spPr>
            <a:xfrm>
              <a:off x="0" y="0"/>
              <a:ext cx="7874821" cy="613065"/>
            </a:xfrm>
            <a:custGeom>
              <a:avLst/>
              <a:gdLst/>
              <a:ahLst/>
              <a:cxnLst/>
              <a:rect l="l" t="t" r="r" b="b"/>
              <a:pathLst>
                <a:path w="7874821" h="613065">
                  <a:moveTo>
                    <a:pt x="0" y="102172"/>
                  </a:moveTo>
                  <a:cubicBezTo>
                    <a:pt x="0" y="45755"/>
                    <a:pt x="130092" y="0"/>
                    <a:pt x="290502" y="0"/>
                  </a:cubicBezTo>
                  <a:lnTo>
                    <a:pt x="7584322" y="0"/>
                  </a:lnTo>
                  <a:cubicBezTo>
                    <a:pt x="7744732" y="0"/>
                    <a:pt x="7874821" y="45755"/>
                    <a:pt x="7874821" y="102172"/>
                  </a:cubicBezTo>
                  <a:lnTo>
                    <a:pt x="7874821" y="510861"/>
                  </a:lnTo>
                  <a:cubicBezTo>
                    <a:pt x="7874821" y="567279"/>
                    <a:pt x="7744732" y="613065"/>
                    <a:pt x="7584322" y="613065"/>
                  </a:cubicBezTo>
                  <a:lnTo>
                    <a:pt x="290502" y="613065"/>
                  </a:lnTo>
                  <a:cubicBezTo>
                    <a:pt x="130092" y="613065"/>
                    <a:pt x="0" y="567279"/>
                    <a:pt x="0" y="510861"/>
                  </a:cubicBezTo>
                  <a:lnTo>
                    <a:pt x="0" y="102172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" name="Freeform 22"/>
          <p:cNvSpPr/>
          <p:nvPr/>
        </p:nvSpPr>
        <p:spPr>
          <a:xfrm>
            <a:off x="3678203" y="1921568"/>
            <a:ext cx="2963715" cy="3792733"/>
          </a:xfrm>
          <a:custGeom>
            <a:avLst/>
            <a:gdLst/>
            <a:ahLst/>
            <a:cxnLst/>
            <a:rect l="l" t="t" r="r" b="b"/>
            <a:pathLst>
              <a:path w="780567" h="998909">
                <a:moveTo>
                  <a:pt x="67918" y="0"/>
                </a:moveTo>
                <a:lnTo>
                  <a:pt x="712649" y="0"/>
                </a:lnTo>
                <a:cubicBezTo>
                  <a:pt x="730662" y="0"/>
                  <a:pt x="747937" y="7156"/>
                  <a:pt x="760674" y="19893"/>
                </a:cubicBezTo>
                <a:cubicBezTo>
                  <a:pt x="773411" y="32630"/>
                  <a:pt x="780567" y="49905"/>
                  <a:pt x="780567" y="67918"/>
                </a:cubicBezTo>
                <a:lnTo>
                  <a:pt x="780567" y="930991"/>
                </a:lnTo>
                <a:cubicBezTo>
                  <a:pt x="780567" y="949004"/>
                  <a:pt x="773411" y="966279"/>
                  <a:pt x="760674" y="979016"/>
                </a:cubicBezTo>
                <a:cubicBezTo>
                  <a:pt x="747937" y="991753"/>
                  <a:pt x="730662" y="998909"/>
                  <a:pt x="712649" y="998909"/>
                </a:cubicBezTo>
                <a:lnTo>
                  <a:pt x="67918" y="998909"/>
                </a:lnTo>
                <a:cubicBezTo>
                  <a:pt x="49905" y="998909"/>
                  <a:pt x="32630" y="991753"/>
                  <a:pt x="19893" y="979016"/>
                </a:cubicBezTo>
                <a:cubicBezTo>
                  <a:pt x="7156" y="966279"/>
                  <a:pt x="0" y="949004"/>
                  <a:pt x="0" y="930991"/>
                </a:cubicBezTo>
                <a:lnTo>
                  <a:pt x="0" y="67918"/>
                </a:lnTo>
                <a:cubicBezTo>
                  <a:pt x="0" y="49905"/>
                  <a:pt x="7156" y="32630"/>
                  <a:pt x="19893" y="19893"/>
                </a:cubicBezTo>
                <a:cubicBezTo>
                  <a:pt x="32630" y="7156"/>
                  <a:pt x="49905" y="0"/>
                  <a:pt x="67918" y="0"/>
                </a:cubicBezTo>
                <a:close/>
              </a:path>
            </a:pathLst>
          </a:custGeom>
          <a:ln w="47625" cap="rnd">
            <a:solidFill>
              <a:srgbClr val="C9CACA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grpSp>
        <p:nvGrpSpPr>
          <p:cNvPr id="24" name="Group 24"/>
          <p:cNvGrpSpPr/>
          <p:nvPr/>
        </p:nvGrpSpPr>
        <p:grpSpPr>
          <a:xfrm>
            <a:off x="243158" y="1921568"/>
            <a:ext cx="3339795" cy="3792733"/>
            <a:chOff x="0" y="0"/>
            <a:chExt cx="879617" cy="99890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79617" cy="998909"/>
            </a:xfrm>
            <a:custGeom>
              <a:avLst/>
              <a:gdLst/>
              <a:ahLst/>
              <a:cxnLst/>
              <a:rect l="l" t="t" r="r" b="b"/>
              <a:pathLst>
                <a:path w="879617" h="998909">
                  <a:moveTo>
                    <a:pt x="60270" y="0"/>
                  </a:moveTo>
                  <a:lnTo>
                    <a:pt x="819347" y="0"/>
                  </a:lnTo>
                  <a:cubicBezTo>
                    <a:pt x="852633" y="0"/>
                    <a:pt x="879617" y="26984"/>
                    <a:pt x="879617" y="60270"/>
                  </a:cubicBezTo>
                  <a:lnTo>
                    <a:pt x="879617" y="938639"/>
                  </a:lnTo>
                  <a:cubicBezTo>
                    <a:pt x="879617" y="971925"/>
                    <a:pt x="852633" y="998909"/>
                    <a:pt x="819347" y="998909"/>
                  </a:cubicBezTo>
                  <a:lnTo>
                    <a:pt x="60270" y="998909"/>
                  </a:lnTo>
                  <a:cubicBezTo>
                    <a:pt x="26984" y="998909"/>
                    <a:pt x="0" y="971925"/>
                    <a:pt x="0" y="938639"/>
                  </a:cubicBezTo>
                  <a:lnTo>
                    <a:pt x="0" y="60270"/>
                  </a:lnTo>
                  <a:cubicBezTo>
                    <a:pt x="0" y="26984"/>
                    <a:pt x="26984" y="0"/>
                    <a:pt x="60270" y="0"/>
                  </a:cubicBezTo>
                  <a:close/>
                </a:path>
              </a:pathLst>
            </a:custGeom>
            <a:ln w="47625" cap="rnd">
              <a:solidFill>
                <a:srgbClr val="C9CACA"/>
              </a:solidFill>
              <a:prstDash val="solid"/>
              <a:rou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0"/>
              <a:ext cx="879617" cy="9989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19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08115" y="5079871"/>
            <a:ext cx="2322388" cy="242380"/>
            <a:chOff x="0" y="0"/>
            <a:chExt cx="3352559" cy="349895"/>
          </a:xfrm>
          <a:solidFill>
            <a:srgbClr val="609DEE"/>
          </a:solidFill>
        </p:grpSpPr>
        <p:sp>
          <p:nvSpPr>
            <p:cNvPr id="31" name="Freeform 31"/>
            <p:cNvSpPr/>
            <p:nvPr/>
          </p:nvSpPr>
          <p:spPr>
            <a:xfrm>
              <a:off x="0" y="0"/>
              <a:ext cx="3352597" cy="349946"/>
            </a:xfrm>
            <a:custGeom>
              <a:avLst/>
              <a:gdLst/>
              <a:ahLst/>
              <a:cxnLst/>
              <a:rect l="l" t="t" r="r" b="b"/>
              <a:pathLst>
                <a:path w="3352597" h="349946">
                  <a:moveTo>
                    <a:pt x="174973" y="0"/>
                  </a:moveTo>
                  <a:lnTo>
                    <a:pt x="3177624" y="0"/>
                  </a:lnTo>
                  <a:cubicBezTo>
                    <a:pt x="3224030" y="0"/>
                    <a:pt x="3268535" y="18435"/>
                    <a:pt x="3301348" y="51248"/>
                  </a:cubicBezTo>
                  <a:cubicBezTo>
                    <a:pt x="3334162" y="84062"/>
                    <a:pt x="3352597" y="128567"/>
                    <a:pt x="3352597" y="174973"/>
                  </a:cubicBezTo>
                  <a:lnTo>
                    <a:pt x="3352597" y="174973"/>
                  </a:lnTo>
                  <a:cubicBezTo>
                    <a:pt x="3352597" y="271608"/>
                    <a:pt x="3274259" y="349946"/>
                    <a:pt x="3177624" y="349946"/>
                  </a:cubicBezTo>
                  <a:lnTo>
                    <a:pt x="174973" y="349946"/>
                  </a:lnTo>
                  <a:cubicBezTo>
                    <a:pt x="128567" y="349946"/>
                    <a:pt x="84062" y="331511"/>
                    <a:pt x="51248" y="298698"/>
                  </a:cubicBezTo>
                  <a:cubicBezTo>
                    <a:pt x="18435" y="265884"/>
                    <a:pt x="0" y="221379"/>
                    <a:pt x="0" y="174973"/>
                  </a:cubicBezTo>
                  <a:lnTo>
                    <a:pt x="0" y="174973"/>
                  </a:lnTo>
                  <a:cubicBezTo>
                    <a:pt x="0" y="128567"/>
                    <a:pt x="18435" y="84062"/>
                    <a:pt x="51248" y="51248"/>
                  </a:cubicBezTo>
                  <a:cubicBezTo>
                    <a:pt x="84062" y="18435"/>
                    <a:pt x="128567" y="0"/>
                    <a:pt x="174973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814481" y="5086761"/>
            <a:ext cx="1425969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00"/>
              </a:lnSpc>
            </a:pPr>
            <a:r>
              <a:rPr lang="en-US" sz="1500" b="1" dirty="0">
                <a:solidFill>
                  <a:srgbClr val="FCFD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PRIA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708115" y="4821007"/>
            <a:ext cx="2322388" cy="242380"/>
            <a:chOff x="0" y="0"/>
            <a:chExt cx="3352559" cy="349895"/>
          </a:xfrm>
          <a:solidFill>
            <a:srgbClr val="E7457B"/>
          </a:solidFill>
        </p:grpSpPr>
        <p:sp>
          <p:nvSpPr>
            <p:cNvPr id="36" name="Freeform 36"/>
            <p:cNvSpPr/>
            <p:nvPr/>
          </p:nvSpPr>
          <p:spPr>
            <a:xfrm>
              <a:off x="0" y="0"/>
              <a:ext cx="3352597" cy="349946"/>
            </a:xfrm>
            <a:custGeom>
              <a:avLst/>
              <a:gdLst/>
              <a:ahLst/>
              <a:cxnLst/>
              <a:rect l="l" t="t" r="r" b="b"/>
              <a:pathLst>
                <a:path w="3352597" h="349946">
                  <a:moveTo>
                    <a:pt x="174973" y="0"/>
                  </a:moveTo>
                  <a:lnTo>
                    <a:pt x="3177624" y="0"/>
                  </a:lnTo>
                  <a:cubicBezTo>
                    <a:pt x="3224030" y="0"/>
                    <a:pt x="3268535" y="18435"/>
                    <a:pt x="3301348" y="51248"/>
                  </a:cubicBezTo>
                  <a:cubicBezTo>
                    <a:pt x="3334162" y="84062"/>
                    <a:pt x="3352597" y="128567"/>
                    <a:pt x="3352597" y="174973"/>
                  </a:cubicBezTo>
                  <a:lnTo>
                    <a:pt x="3352597" y="174973"/>
                  </a:lnTo>
                  <a:cubicBezTo>
                    <a:pt x="3352597" y="271608"/>
                    <a:pt x="3274259" y="349946"/>
                    <a:pt x="3177624" y="349946"/>
                  </a:cubicBezTo>
                  <a:lnTo>
                    <a:pt x="174973" y="349946"/>
                  </a:lnTo>
                  <a:cubicBezTo>
                    <a:pt x="128567" y="349946"/>
                    <a:pt x="84062" y="331511"/>
                    <a:pt x="51248" y="298698"/>
                  </a:cubicBezTo>
                  <a:cubicBezTo>
                    <a:pt x="18435" y="265884"/>
                    <a:pt x="0" y="221379"/>
                    <a:pt x="0" y="174973"/>
                  </a:cubicBezTo>
                  <a:lnTo>
                    <a:pt x="0" y="174973"/>
                  </a:lnTo>
                  <a:cubicBezTo>
                    <a:pt x="0" y="128567"/>
                    <a:pt x="18435" y="84062"/>
                    <a:pt x="51248" y="51248"/>
                  </a:cubicBezTo>
                  <a:cubicBezTo>
                    <a:pt x="84062" y="18435"/>
                    <a:pt x="128567" y="0"/>
                    <a:pt x="174973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814481" y="4827897"/>
            <a:ext cx="1425969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00"/>
              </a:lnSpc>
            </a:pPr>
            <a:r>
              <a:rPr lang="en-US" sz="1500" b="1" dirty="0">
                <a:solidFill>
                  <a:srgbClr val="FCFD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WANITA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3934180" y="4802592"/>
            <a:ext cx="2480335" cy="258864"/>
            <a:chOff x="0" y="0"/>
            <a:chExt cx="3352559" cy="349895"/>
          </a:xfrm>
          <a:solidFill>
            <a:srgbClr val="E7457B"/>
          </a:solidFill>
        </p:grpSpPr>
        <p:sp>
          <p:nvSpPr>
            <p:cNvPr id="40" name="Freeform 40"/>
            <p:cNvSpPr/>
            <p:nvPr/>
          </p:nvSpPr>
          <p:spPr>
            <a:xfrm>
              <a:off x="0" y="0"/>
              <a:ext cx="3352597" cy="349946"/>
            </a:xfrm>
            <a:custGeom>
              <a:avLst/>
              <a:gdLst/>
              <a:ahLst/>
              <a:cxnLst/>
              <a:rect l="l" t="t" r="r" b="b"/>
              <a:pathLst>
                <a:path w="3352597" h="349946">
                  <a:moveTo>
                    <a:pt x="174973" y="0"/>
                  </a:moveTo>
                  <a:lnTo>
                    <a:pt x="3177624" y="0"/>
                  </a:lnTo>
                  <a:cubicBezTo>
                    <a:pt x="3224030" y="0"/>
                    <a:pt x="3268535" y="18435"/>
                    <a:pt x="3301348" y="51248"/>
                  </a:cubicBezTo>
                  <a:cubicBezTo>
                    <a:pt x="3334162" y="84062"/>
                    <a:pt x="3352597" y="128567"/>
                    <a:pt x="3352597" y="174973"/>
                  </a:cubicBezTo>
                  <a:lnTo>
                    <a:pt x="3352597" y="174973"/>
                  </a:lnTo>
                  <a:cubicBezTo>
                    <a:pt x="3352597" y="271608"/>
                    <a:pt x="3274259" y="349946"/>
                    <a:pt x="3177624" y="349946"/>
                  </a:cubicBezTo>
                  <a:lnTo>
                    <a:pt x="174973" y="349946"/>
                  </a:lnTo>
                  <a:cubicBezTo>
                    <a:pt x="128567" y="349946"/>
                    <a:pt x="84062" y="331511"/>
                    <a:pt x="51248" y="298698"/>
                  </a:cubicBezTo>
                  <a:cubicBezTo>
                    <a:pt x="18435" y="265884"/>
                    <a:pt x="0" y="221379"/>
                    <a:pt x="0" y="174973"/>
                  </a:cubicBezTo>
                  <a:lnTo>
                    <a:pt x="0" y="174973"/>
                  </a:lnTo>
                  <a:cubicBezTo>
                    <a:pt x="0" y="128567"/>
                    <a:pt x="18435" y="84062"/>
                    <a:pt x="51248" y="51248"/>
                  </a:cubicBezTo>
                  <a:cubicBezTo>
                    <a:pt x="84062" y="18435"/>
                    <a:pt x="128567" y="0"/>
                    <a:pt x="174973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4047780" y="4825857"/>
            <a:ext cx="1522950" cy="202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37"/>
              </a:lnSpc>
            </a:pPr>
            <a:r>
              <a:rPr lang="en-US" sz="1281" b="1" dirty="0">
                <a:solidFill>
                  <a:srgbClr val="FCFD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INSTANSI DAERAH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3934180" y="5071629"/>
            <a:ext cx="2480335" cy="258864"/>
            <a:chOff x="0" y="0"/>
            <a:chExt cx="3352559" cy="349895"/>
          </a:xfrm>
          <a:solidFill>
            <a:srgbClr val="609DEE"/>
          </a:solidFill>
        </p:grpSpPr>
        <p:sp>
          <p:nvSpPr>
            <p:cNvPr id="44" name="Freeform 44"/>
            <p:cNvSpPr/>
            <p:nvPr/>
          </p:nvSpPr>
          <p:spPr>
            <a:xfrm>
              <a:off x="0" y="0"/>
              <a:ext cx="3352597" cy="349946"/>
            </a:xfrm>
            <a:custGeom>
              <a:avLst/>
              <a:gdLst/>
              <a:ahLst/>
              <a:cxnLst/>
              <a:rect l="l" t="t" r="r" b="b"/>
              <a:pathLst>
                <a:path w="3352597" h="349946">
                  <a:moveTo>
                    <a:pt x="174973" y="0"/>
                  </a:moveTo>
                  <a:lnTo>
                    <a:pt x="3177624" y="0"/>
                  </a:lnTo>
                  <a:cubicBezTo>
                    <a:pt x="3224030" y="0"/>
                    <a:pt x="3268535" y="18435"/>
                    <a:pt x="3301348" y="51248"/>
                  </a:cubicBezTo>
                  <a:cubicBezTo>
                    <a:pt x="3334162" y="84062"/>
                    <a:pt x="3352597" y="128567"/>
                    <a:pt x="3352597" y="174973"/>
                  </a:cubicBezTo>
                  <a:lnTo>
                    <a:pt x="3352597" y="174973"/>
                  </a:lnTo>
                  <a:cubicBezTo>
                    <a:pt x="3352597" y="271608"/>
                    <a:pt x="3274259" y="349946"/>
                    <a:pt x="3177624" y="349946"/>
                  </a:cubicBezTo>
                  <a:lnTo>
                    <a:pt x="174973" y="349946"/>
                  </a:lnTo>
                  <a:cubicBezTo>
                    <a:pt x="128567" y="349946"/>
                    <a:pt x="84062" y="331511"/>
                    <a:pt x="51248" y="298698"/>
                  </a:cubicBezTo>
                  <a:cubicBezTo>
                    <a:pt x="18435" y="265884"/>
                    <a:pt x="0" y="221379"/>
                    <a:pt x="0" y="174973"/>
                  </a:cubicBezTo>
                  <a:lnTo>
                    <a:pt x="0" y="174973"/>
                  </a:lnTo>
                  <a:cubicBezTo>
                    <a:pt x="0" y="128567"/>
                    <a:pt x="18435" y="84062"/>
                    <a:pt x="51248" y="51248"/>
                  </a:cubicBezTo>
                  <a:cubicBezTo>
                    <a:pt x="84062" y="18435"/>
                    <a:pt x="128567" y="0"/>
                    <a:pt x="174973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4047780" y="5094894"/>
            <a:ext cx="1522950" cy="202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37"/>
              </a:lnSpc>
            </a:pPr>
            <a:r>
              <a:rPr lang="en-US" sz="1281" b="1">
                <a:solidFill>
                  <a:srgbClr val="FCFD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INSTANSI PUSAT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2133243" y="3498934"/>
            <a:ext cx="1311844" cy="1266030"/>
            <a:chOff x="0" y="0"/>
            <a:chExt cx="3379102" cy="3261093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3379089" cy="3261106"/>
            </a:xfrm>
            <a:custGeom>
              <a:avLst/>
              <a:gdLst/>
              <a:ahLst/>
              <a:cxnLst/>
              <a:rect l="l" t="t" r="r" b="b"/>
              <a:pathLst>
                <a:path w="3379089" h="3261106">
                  <a:moveTo>
                    <a:pt x="0" y="0"/>
                  </a:moveTo>
                  <a:lnTo>
                    <a:pt x="3379089" y="0"/>
                  </a:lnTo>
                  <a:lnTo>
                    <a:pt x="3379089" y="3261106"/>
                  </a:lnTo>
                  <a:lnTo>
                    <a:pt x="0" y="32611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98000"/>
              </a:blip>
              <a:stretch>
                <a:fillRect l="-36103" r="-3610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490488" y="6211475"/>
            <a:ext cx="11312489" cy="470535"/>
            <a:chOff x="0" y="0"/>
            <a:chExt cx="16931496" cy="704254"/>
          </a:xfrm>
          <a:solidFill>
            <a:srgbClr val="609DEE"/>
          </a:solidFill>
        </p:grpSpPr>
        <p:sp>
          <p:nvSpPr>
            <p:cNvPr id="55" name="Freeform 55"/>
            <p:cNvSpPr/>
            <p:nvPr/>
          </p:nvSpPr>
          <p:spPr>
            <a:xfrm>
              <a:off x="0" y="0"/>
              <a:ext cx="16931522" cy="704304"/>
            </a:xfrm>
            <a:custGeom>
              <a:avLst/>
              <a:gdLst/>
              <a:ahLst/>
              <a:cxnLst/>
              <a:rect l="l" t="t" r="r" b="b"/>
              <a:pathLst>
                <a:path w="16931522" h="704304">
                  <a:moveTo>
                    <a:pt x="0" y="117379"/>
                  </a:moveTo>
                  <a:cubicBezTo>
                    <a:pt x="0" y="52565"/>
                    <a:pt x="279709" y="0"/>
                    <a:pt x="624603" y="0"/>
                  </a:cubicBezTo>
                  <a:lnTo>
                    <a:pt x="16306950" y="0"/>
                  </a:lnTo>
                  <a:cubicBezTo>
                    <a:pt x="16651846" y="0"/>
                    <a:pt x="16931522" y="52565"/>
                    <a:pt x="16931522" y="117379"/>
                  </a:cubicBezTo>
                  <a:lnTo>
                    <a:pt x="16931522" y="586897"/>
                  </a:lnTo>
                  <a:cubicBezTo>
                    <a:pt x="16931522" y="651711"/>
                    <a:pt x="16651846" y="704304"/>
                    <a:pt x="16306950" y="704304"/>
                  </a:cubicBezTo>
                  <a:lnTo>
                    <a:pt x="624603" y="704304"/>
                  </a:lnTo>
                  <a:cubicBezTo>
                    <a:pt x="279709" y="704304"/>
                    <a:pt x="0" y="651711"/>
                    <a:pt x="0" y="586897"/>
                  </a:cubicBezTo>
                  <a:lnTo>
                    <a:pt x="0" y="117379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8749641" y="6856120"/>
            <a:ext cx="1566950" cy="2728596"/>
            <a:chOff x="0" y="0"/>
            <a:chExt cx="322418" cy="561439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322418" cy="561439"/>
            </a:xfrm>
            <a:custGeom>
              <a:avLst/>
              <a:gdLst/>
              <a:ahLst/>
              <a:cxnLst/>
              <a:rect l="l" t="t" r="r" b="b"/>
              <a:pathLst>
                <a:path w="322418" h="561439">
                  <a:moveTo>
                    <a:pt x="38600" y="0"/>
                  </a:moveTo>
                  <a:lnTo>
                    <a:pt x="283818" y="0"/>
                  </a:lnTo>
                  <a:cubicBezTo>
                    <a:pt x="294055" y="0"/>
                    <a:pt x="303873" y="4067"/>
                    <a:pt x="311112" y="11306"/>
                  </a:cubicBezTo>
                  <a:cubicBezTo>
                    <a:pt x="318351" y="18544"/>
                    <a:pt x="322418" y="28362"/>
                    <a:pt x="322418" y="38600"/>
                  </a:cubicBezTo>
                  <a:lnTo>
                    <a:pt x="322418" y="522840"/>
                  </a:lnTo>
                  <a:cubicBezTo>
                    <a:pt x="322418" y="533077"/>
                    <a:pt x="318351" y="542895"/>
                    <a:pt x="311112" y="550134"/>
                  </a:cubicBezTo>
                  <a:cubicBezTo>
                    <a:pt x="303873" y="557373"/>
                    <a:pt x="294055" y="561439"/>
                    <a:pt x="283818" y="561439"/>
                  </a:cubicBezTo>
                  <a:lnTo>
                    <a:pt x="38600" y="561439"/>
                  </a:lnTo>
                  <a:cubicBezTo>
                    <a:pt x="28362" y="561439"/>
                    <a:pt x="18544" y="557373"/>
                    <a:pt x="11306" y="550134"/>
                  </a:cubicBezTo>
                  <a:cubicBezTo>
                    <a:pt x="4067" y="542895"/>
                    <a:pt x="0" y="533077"/>
                    <a:pt x="0" y="522840"/>
                  </a:cubicBezTo>
                  <a:lnTo>
                    <a:pt x="0" y="38600"/>
                  </a:lnTo>
                  <a:cubicBezTo>
                    <a:pt x="0" y="28362"/>
                    <a:pt x="4067" y="18544"/>
                    <a:pt x="11306" y="11306"/>
                  </a:cubicBezTo>
                  <a:cubicBezTo>
                    <a:pt x="18544" y="4067"/>
                    <a:pt x="28362" y="0"/>
                    <a:pt x="38600" y="0"/>
                  </a:cubicBezTo>
                  <a:close/>
                </a:path>
              </a:pathLst>
            </a:custGeom>
            <a:solidFill>
              <a:srgbClr val="C9CA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0"/>
              <a:ext cx="322418" cy="5614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19"/>
                </a:lnSpc>
              </a:pPr>
              <a:endParaRPr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8741438" y="7225996"/>
            <a:ext cx="1575152" cy="452150"/>
            <a:chOff x="0" y="0"/>
            <a:chExt cx="324105" cy="93035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324105" cy="93035"/>
            </a:xfrm>
            <a:custGeom>
              <a:avLst/>
              <a:gdLst/>
              <a:ahLst/>
              <a:cxnLst/>
              <a:rect l="l" t="t" r="r" b="b"/>
              <a:pathLst>
                <a:path w="324105" h="93035">
                  <a:moveTo>
                    <a:pt x="38399" y="0"/>
                  </a:moveTo>
                  <a:lnTo>
                    <a:pt x="285707" y="0"/>
                  </a:lnTo>
                  <a:cubicBezTo>
                    <a:pt x="306914" y="0"/>
                    <a:pt x="324105" y="17192"/>
                    <a:pt x="324105" y="38399"/>
                  </a:cubicBezTo>
                  <a:lnTo>
                    <a:pt x="324105" y="54636"/>
                  </a:lnTo>
                  <a:cubicBezTo>
                    <a:pt x="324105" y="75843"/>
                    <a:pt x="306914" y="93035"/>
                    <a:pt x="285707" y="93035"/>
                  </a:cubicBezTo>
                  <a:lnTo>
                    <a:pt x="38399" y="93035"/>
                  </a:lnTo>
                  <a:cubicBezTo>
                    <a:pt x="17192" y="93035"/>
                    <a:pt x="0" y="75843"/>
                    <a:pt x="0" y="54636"/>
                  </a:cubicBezTo>
                  <a:lnTo>
                    <a:pt x="0" y="38399"/>
                  </a:lnTo>
                  <a:cubicBezTo>
                    <a:pt x="0" y="17192"/>
                    <a:pt x="17192" y="0"/>
                    <a:pt x="38399" y="0"/>
                  </a:cubicBezTo>
                  <a:close/>
                </a:path>
              </a:pathLst>
            </a:custGeom>
            <a:solidFill>
              <a:srgbClr val="E7457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0"/>
              <a:ext cx="324105" cy="93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19"/>
                </a:lnSpc>
              </a:pPr>
              <a:endParaRPr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486386" y="6856120"/>
            <a:ext cx="2140752" cy="2728596"/>
            <a:chOff x="0" y="0"/>
            <a:chExt cx="440484" cy="561439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440484" cy="561439"/>
            </a:xfrm>
            <a:custGeom>
              <a:avLst/>
              <a:gdLst/>
              <a:ahLst/>
              <a:cxnLst/>
              <a:rect l="l" t="t" r="r" b="b"/>
              <a:pathLst>
                <a:path w="440484" h="561439">
                  <a:moveTo>
                    <a:pt x="28254" y="0"/>
                  </a:moveTo>
                  <a:lnTo>
                    <a:pt x="412230" y="0"/>
                  </a:lnTo>
                  <a:cubicBezTo>
                    <a:pt x="419724" y="0"/>
                    <a:pt x="426910" y="2977"/>
                    <a:pt x="432209" y="8275"/>
                  </a:cubicBezTo>
                  <a:cubicBezTo>
                    <a:pt x="437507" y="13574"/>
                    <a:pt x="440484" y="20760"/>
                    <a:pt x="440484" y="28254"/>
                  </a:cubicBezTo>
                  <a:lnTo>
                    <a:pt x="440484" y="533186"/>
                  </a:lnTo>
                  <a:cubicBezTo>
                    <a:pt x="440484" y="540679"/>
                    <a:pt x="437507" y="547866"/>
                    <a:pt x="432209" y="553164"/>
                  </a:cubicBezTo>
                  <a:cubicBezTo>
                    <a:pt x="426910" y="558463"/>
                    <a:pt x="419724" y="561439"/>
                    <a:pt x="412230" y="561439"/>
                  </a:cubicBezTo>
                  <a:lnTo>
                    <a:pt x="28254" y="561439"/>
                  </a:lnTo>
                  <a:cubicBezTo>
                    <a:pt x="12650" y="561439"/>
                    <a:pt x="0" y="548790"/>
                    <a:pt x="0" y="533186"/>
                  </a:cubicBezTo>
                  <a:lnTo>
                    <a:pt x="0" y="28254"/>
                  </a:lnTo>
                  <a:cubicBezTo>
                    <a:pt x="0" y="20760"/>
                    <a:pt x="2977" y="13574"/>
                    <a:pt x="8275" y="8275"/>
                  </a:cubicBezTo>
                  <a:cubicBezTo>
                    <a:pt x="13574" y="2977"/>
                    <a:pt x="20760" y="0"/>
                    <a:pt x="28254" y="0"/>
                  </a:cubicBezTo>
                  <a:close/>
                </a:path>
              </a:pathLst>
            </a:custGeom>
            <a:solidFill>
              <a:srgbClr val="C9CA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0"/>
              <a:ext cx="440484" cy="5614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19"/>
                </a:lnSpc>
              </a:pPr>
              <a:endParaRPr/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490488" y="7225996"/>
            <a:ext cx="2132549" cy="451533"/>
            <a:chOff x="0" y="0"/>
            <a:chExt cx="438796" cy="92908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438796" cy="92908"/>
            </a:xfrm>
            <a:custGeom>
              <a:avLst/>
              <a:gdLst/>
              <a:ahLst/>
              <a:cxnLst/>
              <a:rect l="l" t="t" r="r" b="b"/>
              <a:pathLst>
                <a:path w="438796" h="92908">
                  <a:moveTo>
                    <a:pt x="28362" y="0"/>
                  </a:moveTo>
                  <a:lnTo>
                    <a:pt x="410434" y="0"/>
                  </a:lnTo>
                  <a:cubicBezTo>
                    <a:pt x="417956" y="0"/>
                    <a:pt x="425170" y="2988"/>
                    <a:pt x="430489" y="8307"/>
                  </a:cubicBezTo>
                  <a:cubicBezTo>
                    <a:pt x="435808" y="13626"/>
                    <a:pt x="438796" y="20840"/>
                    <a:pt x="438796" y="28362"/>
                  </a:cubicBezTo>
                  <a:lnTo>
                    <a:pt x="438796" y="64546"/>
                  </a:lnTo>
                  <a:cubicBezTo>
                    <a:pt x="438796" y="80210"/>
                    <a:pt x="426098" y="92908"/>
                    <a:pt x="410434" y="92908"/>
                  </a:cubicBezTo>
                  <a:lnTo>
                    <a:pt x="28362" y="92908"/>
                  </a:lnTo>
                  <a:cubicBezTo>
                    <a:pt x="12698" y="92908"/>
                    <a:pt x="0" y="80210"/>
                    <a:pt x="0" y="64546"/>
                  </a:cubicBezTo>
                  <a:lnTo>
                    <a:pt x="0" y="28362"/>
                  </a:lnTo>
                  <a:cubicBezTo>
                    <a:pt x="0" y="12698"/>
                    <a:pt x="12698" y="0"/>
                    <a:pt x="28362" y="0"/>
                  </a:cubicBezTo>
                  <a:close/>
                </a:path>
              </a:pathLst>
            </a:custGeom>
            <a:solidFill>
              <a:srgbClr val="E7457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0"/>
              <a:ext cx="438796" cy="92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19"/>
                </a:lnSpc>
              </a:pPr>
              <a:endParaRPr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0507090" y="6856120"/>
            <a:ext cx="1566950" cy="2728596"/>
            <a:chOff x="0" y="0"/>
            <a:chExt cx="322418" cy="561439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322418" cy="561439"/>
            </a:xfrm>
            <a:custGeom>
              <a:avLst/>
              <a:gdLst/>
              <a:ahLst/>
              <a:cxnLst/>
              <a:rect l="l" t="t" r="r" b="b"/>
              <a:pathLst>
                <a:path w="322418" h="561439">
                  <a:moveTo>
                    <a:pt x="38600" y="0"/>
                  </a:moveTo>
                  <a:lnTo>
                    <a:pt x="283818" y="0"/>
                  </a:lnTo>
                  <a:cubicBezTo>
                    <a:pt x="294055" y="0"/>
                    <a:pt x="303873" y="4067"/>
                    <a:pt x="311112" y="11306"/>
                  </a:cubicBezTo>
                  <a:cubicBezTo>
                    <a:pt x="318351" y="18544"/>
                    <a:pt x="322418" y="28362"/>
                    <a:pt x="322418" y="38600"/>
                  </a:cubicBezTo>
                  <a:lnTo>
                    <a:pt x="322418" y="522840"/>
                  </a:lnTo>
                  <a:cubicBezTo>
                    <a:pt x="322418" y="533077"/>
                    <a:pt x="318351" y="542895"/>
                    <a:pt x="311112" y="550134"/>
                  </a:cubicBezTo>
                  <a:cubicBezTo>
                    <a:pt x="303873" y="557373"/>
                    <a:pt x="294055" y="561439"/>
                    <a:pt x="283818" y="561439"/>
                  </a:cubicBezTo>
                  <a:lnTo>
                    <a:pt x="38600" y="561439"/>
                  </a:lnTo>
                  <a:cubicBezTo>
                    <a:pt x="28362" y="561439"/>
                    <a:pt x="18544" y="557373"/>
                    <a:pt x="11306" y="550134"/>
                  </a:cubicBezTo>
                  <a:cubicBezTo>
                    <a:pt x="4067" y="542895"/>
                    <a:pt x="0" y="533077"/>
                    <a:pt x="0" y="522840"/>
                  </a:cubicBezTo>
                  <a:lnTo>
                    <a:pt x="0" y="38600"/>
                  </a:lnTo>
                  <a:cubicBezTo>
                    <a:pt x="0" y="28362"/>
                    <a:pt x="4067" y="18544"/>
                    <a:pt x="11306" y="11306"/>
                  </a:cubicBezTo>
                  <a:cubicBezTo>
                    <a:pt x="18544" y="4067"/>
                    <a:pt x="28362" y="0"/>
                    <a:pt x="38600" y="0"/>
                  </a:cubicBezTo>
                  <a:close/>
                </a:path>
              </a:pathLst>
            </a:custGeom>
            <a:solidFill>
              <a:srgbClr val="C9CACA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0" y="0"/>
              <a:ext cx="322418" cy="5614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19"/>
                </a:lnSpc>
              </a:pPr>
              <a:endParaRPr/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0502989" y="7225996"/>
            <a:ext cx="1575152" cy="461115"/>
            <a:chOff x="0" y="0"/>
            <a:chExt cx="324105" cy="9488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324105" cy="94880"/>
            </a:xfrm>
            <a:custGeom>
              <a:avLst/>
              <a:gdLst/>
              <a:ahLst/>
              <a:cxnLst/>
              <a:rect l="l" t="t" r="r" b="b"/>
              <a:pathLst>
                <a:path w="324105" h="94880">
                  <a:moveTo>
                    <a:pt x="42239" y="0"/>
                  </a:moveTo>
                  <a:lnTo>
                    <a:pt x="281867" y="0"/>
                  </a:lnTo>
                  <a:cubicBezTo>
                    <a:pt x="293069" y="0"/>
                    <a:pt x="303813" y="4450"/>
                    <a:pt x="311734" y="12371"/>
                  </a:cubicBezTo>
                  <a:cubicBezTo>
                    <a:pt x="319655" y="20293"/>
                    <a:pt x="324105" y="31036"/>
                    <a:pt x="324105" y="42239"/>
                  </a:cubicBezTo>
                  <a:lnTo>
                    <a:pt x="324105" y="52641"/>
                  </a:lnTo>
                  <a:cubicBezTo>
                    <a:pt x="324105" y="75969"/>
                    <a:pt x="305195" y="94880"/>
                    <a:pt x="281867" y="94880"/>
                  </a:cubicBezTo>
                  <a:lnTo>
                    <a:pt x="42239" y="94880"/>
                  </a:lnTo>
                  <a:cubicBezTo>
                    <a:pt x="31036" y="94880"/>
                    <a:pt x="20293" y="90429"/>
                    <a:pt x="12371" y="82508"/>
                  </a:cubicBezTo>
                  <a:cubicBezTo>
                    <a:pt x="4450" y="74587"/>
                    <a:pt x="0" y="63843"/>
                    <a:pt x="0" y="52641"/>
                  </a:cubicBezTo>
                  <a:lnTo>
                    <a:pt x="0" y="42239"/>
                  </a:lnTo>
                  <a:cubicBezTo>
                    <a:pt x="0" y="18911"/>
                    <a:pt x="18911" y="0"/>
                    <a:pt x="42239" y="0"/>
                  </a:cubicBezTo>
                  <a:close/>
                </a:path>
              </a:pathLst>
            </a:custGeom>
            <a:solidFill>
              <a:srgbClr val="E7457B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0" y="0"/>
              <a:ext cx="324105" cy="948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19"/>
                </a:lnSpc>
              </a:pPr>
              <a:endParaRPr/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2234643" y="6846538"/>
            <a:ext cx="1564062" cy="2738178"/>
            <a:chOff x="0" y="0"/>
            <a:chExt cx="321823" cy="563411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321823" cy="563411"/>
            </a:xfrm>
            <a:custGeom>
              <a:avLst/>
              <a:gdLst/>
              <a:ahLst/>
              <a:cxnLst/>
              <a:rect l="l" t="t" r="r" b="b"/>
              <a:pathLst>
                <a:path w="321823" h="563411">
                  <a:moveTo>
                    <a:pt x="38671" y="0"/>
                  </a:moveTo>
                  <a:lnTo>
                    <a:pt x="283153" y="0"/>
                  </a:lnTo>
                  <a:cubicBezTo>
                    <a:pt x="293409" y="0"/>
                    <a:pt x="303245" y="4074"/>
                    <a:pt x="310497" y="11326"/>
                  </a:cubicBezTo>
                  <a:cubicBezTo>
                    <a:pt x="317749" y="18579"/>
                    <a:pt x="321823" y="28415"/>
                    <a:pt x="321823" y="38671"/>
                  </a:cubicBezTo>
                  <a:lnTo>
                    <a:pt x="321823" y="524740"/>
                  </a:lnTo>
                  <a:cubicBezTo>
                    <a:pt x="321823" y="546097"/>
                    <a:pt x="304510" y="563411"/>
                    <a:pt x="283153" y="563411"/>
                  </a:cubicBezTo>
                  <a:lnTo>
                    <a:pt x="38671" y="563411"/>
                  </a:lnTo>
                  <a:cubicBezTo>
                    <a:pt x="17314" y="563411"/>
                    <a:pt x="0" y="546097"/>
                    <a:pt x="0" y="524740"/>
                  </a:cubicBezTo>
                  <a:lnTo>
                    <a:pt x="0" y="38671"/>
                  </a:lnTo>
                  <a:cubicBezTo>
                    <a:pt x="0" y="17314"/>
                    <a:pt x="17314" y="0"/>
                    <a:pt x="38671" y="0"/>
                  </a:cubicBezTo>
                  <a:close/>
                </a:path>
              </a:pathLst>
            </a:custGeom>
            <a:solidFill>
              <a:srgbClr val="C9CACA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0" y="0"/>
              <a:ext cx="321823" cy="5634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19"/>
                </a:lnSpc>
              </a:pPr>
              <a:endParaRPr/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12237979" y="7225996"/>
            <a:ext cx="1557389" cy="451533"/>
            <a:chOff x="0" y="0"/>
            <a:chExt cx="320450" cy="92908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320450" cy="92908"/>
            </a:xfrm>
            <a:custGeom>
              <a:avLst/>
              <a:gdLst/>
              <a:ahLst/>
              <a:cxnLst/>
              <a:rect l="l" t="t" r="r" b="b"/>
              <a:pathLst>
                <a:path w="320450" h="92908">
                  <a:moveTo>
                    <a:pt x="38837" y="0"/>
                  </a:moveTo>
                  <a:lnTo>
                    <a:pt x="281614" y="0"/>
                  </a:lnTo>
                  <a:cubicBezTo>
                    <a:pt x="291914" y="0"/>
                    <a:pt x="301792" y="4092"/>
                    <a:pt x="309075" y="11375"/>
                  </a:cubicBezTo>
                  <a:cubicBezTo>
                    <a:pt x="316359" y="18658"/>
                    <a:pt x="320450" y="28537"/>
                    <a:pt x="320450" y="38837"/>
                  </a:cubicBezTo>
                  <a:lnTo>
                    <a:pt x="320450" y="54071"/>
                  </a:lnTo>
                  <a:cubicBezTo>
                    <a:pt x="320450" y="75520"/>
                    <a:pt x="303063" y="92908"/>
                    <a:pt x="281614" y="92908"/>
                  </a:cubicBezTo>
                  <a:lnTo>
                    <a:pt x="38837" y="92908"/>
                  </a:lnTo>
                  <a:cubicBezTo>
                    <a:pt x="17388" y="92908"/>
                    <a:pt x="0" y="75520"/>
                    <a:pt x="0" y="54071"/>
                  </a:cubicBezTo>
                  <a:lnTo>
                    <a:pt x="0" y="38837"/>
                  </a:lnTo>
                  <a:cubicBezTo>
                    <a:pt x="0" y="17388"/>
                    <a:pt x="17388" y="0"/>
                    <a:pt x="38837" y="0"/>
                  </a:cubicBezTo>
                  <a:close/>
                </a:path>
              </a:pathLst>
            </a:custGeom>
            <a:solidFill>
              <a:srgbClr val="E7457B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0" y="0"/>
              <a:ext cx="320450" cy="92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19"/>
                </a:lnSpc>
              </a:pPr>
              <a:endParaRPr/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15665391" y="6856120"/>
            <a:ext cx="2133484" cy="2719014"/>
            <a:chOff x="0" y="0"/>
            <a:chExt cx="438988" cy="559468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438988" cy="559468"/>
            </a:xfrm>
            <a:custGeom>
              <a:avLst/>
              <a:gdLst/>
              <a:ahLst/>
              <a:cxnLst/>
              <a:rect l="l" t="t" r="r" b="b"/>
              <a:pathLst>
                <a:path w="438988" h="559468">
                  <a:moveTo>
                    <a:pt x="28350" y="0"/>
                  </a:moveTo>
                  <a:lnTo>
                    <a:pt x="410639" y="0"/>
                  </a:lnTo>
                  <a:cubicBezTo>
                    <a:pt x="418158" y="0"/>
                    <a:pt x="425368" y="2987"/>
                    <a:pt x="430685" y="8303"/>
                  </a:cubicBezTo>
                  <a:cubicBezTo>
                    <a:pt x="436002" y="13620"/>
                    <a:pt x="438988" y="20831"/>
                    <a:pt x="438988" y="28350"/>
                  </a:cubicBezTo>
                  <a:lnTo>
                    <a:pt x="438988" y="531118"/>
                  </a:lnTo>
                  <a:cubicBezTo>
                    <a:pt x="438988" y="538637"/>
                    <a:pt x="436002" y="545848"/>
                    <a:pt x="430685" y="551164"/>
                  </a:cubicBezTo>
                  <a:cubicBezTo>
                    <a:pt x="425368" y="556481"/>
                    <a:pt x="418158" y="559468"/>
                    <a:pt x="410639" y="559468"/>
                  </a:cubicBezTo>
                  <a:lnTo>
                    <a:pt x="28350" y="559468"/>
                  </a:lnTo>
                  <a:cubicBezTo>
                    <a:pt x="12693" y="559468"/>
                    <a:pt x="0" y="546775"/>
                    <a:pt x="0" y="531118"/>
                  </a:cubicBezTo>
                  <a:lnTo>
                    <a:pt x="0" y="28350"/>
                  </a:lnTo>
                  <a:cubicBezTo>
                    <a:pt x="0" y="20831"/>
                    <a:pt x="2987" y="13620"/>
                    <a:pt x="8303" y="8303"/>
                  </a:cubicBezTo>
                  <a:cubicBezTo>
                    <a:pt x="13620" y="2987"/>
                    <a:pt x="20831" y="0"/>
                    <a:pt x="28350" y="0"/>
                  </a:cubicBezTo>
                  <a:close/>
                </a:path>
              </a:pathLst>
            </a:custGeom>
            <a:solidFill>
              <a:srgbClr val="C9CAC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0" y="0"/>
              <a:ext cx="438988" cy="559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19"/>
                </a:lnSpc>
              </a:pPr>
              <a:endParaRPr/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15665391" y="7225996"/>
            <a:ext cx="2133484" cy="452150"/>
            <a:chOff x="0" y="0"/>
            <a:chExt cx="438988" cy="93035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438988" cy="93035"/>
            </a:xfrm>
            <a:custGeom>
              <a:avLst/>
              <a:gdLst/>
              <a:ahLst/>
              <a:cxnLst/>
              <a:rect l="l" t="t" r="r" b="b"/>
              <a:pathLst>
                <a:path w="438988" h="93035">
                  <a:moveTo>
                    <a:pt x="28350" y="0"/>
                  </a:moveTo>
                  <a:lnTo>
                    <a:pt x="410639" y="0"/>
                  </a:lnTo>
                  <a:cubicBezTo>
                    <a:pt x="418158" y="0"/>
                    <a:pt x="425368" y="2987"/>
                    <a:pt x="430685" y="8303"/>
                  </a:cubicBezTo>
                  <a:cubicBezTo>
                    <a:pt x="436002" y="13620"/>
                    <a:pt x="438988" y="20831"/>
                    <a:pt x="438988" y="28350"/>
                  </a:cubicBezTo>
                  <a:lnTo>
                    <a:pt x="438988" y="64685"/>
                  </a:lnTo>
                  <a:cubicBezTo>
                    <a:pt x="438988" y="72204"/>
                    <a:pt x="436002" y="79415"/>
                    <a:pt x="430685" y="84732"/>
                  </a:cubicBezTo>
                  <a:cubicBezTo>
                    <a:pt x="425368" y="90048"/>
                    <a:pt x="418158" y="93035"/>
                    <a:pt x="410639" y="93035"/>
                  </a:cubicBezTo>
                  <a:lnTo>
                    <a:pt x="28350" y="93035"/>
                  </a:lnTo>
                  <a:cubicBezTo>
                    <a:pt x="20831" y="93035"/>
                    <a:pt x="13620" y="90048"/>
                    <a:pt x="8303" y="84732"/>
                  </a:cubicBezTo>
                  <a:cubicBezTo>
                    <a:pt x="2987" y="79415"/>
                    <a:pt x="0" y="72204"/>
                    <a:pt x="0" y="64685"/>
                  </a:cubicBezTo>
                  <a:lnTo>
                    <a:pt x="0" y="28350"/>
                  </a:lnTo>
                  <a:cubicBezTo>
                    <a:pt x="0" y="20831"/>
                    <a:pt x="2987" y="13620"/>
                    <a:pt x="8303" y="8303"/>
                  </a:cubicBezTo>
                  <a:cubicBezTo>
                    <a:pt x="13620" y="2987"/>
                    <a:pt x="20831" y="0"/>
                    <a:pt x="28350" y="0"/>
                  </a:cubicBezTo>
                  <a:close/>
                </a:path>
              </a:pathLst>
            </a:custGeom>
            <a:solidFill>
              <a:srgbClr val="E7457B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0" y="0"/>
              <a:ext cx="438988" cy="930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19"/>
                </a:lnSpc>
              </a:pPr>
              <a:endParaRPr/>
            </a:p>
          </p:txBody>
        </p:sp>
      </p:grpSp>
      <p:sp>
        <p:nvSpPr>
          <p:cNvPr id="87" name="Freeform 87"/>
          <p:cNvSpPr/>
          <p:nvPr/>
        </p:nvSpPr>
        <p:spPr>
          <a:xfrm>
            <a:off x="6559874" y="7785508"/>
            <a:ext cx="1993776" cy="153651"/>
          </a:xfrm>
          <a:custGeom>
            <a:avLst/>
            <a:gdLst/>
            <a:ahLst/>
            <a:cxnLst/>
            <a:rect l="l" t="t" r="r" b="b"/>
            <a:pathLst>
              <a:path w="410242" h="31615">
                <a:moveTo>
                  <a:pt x="15808" y="0"/>
                </a:moveTo>
                <a:lnTo>
                  <a:pt x="394434" y="0"/>
                </a:lnTo>
                <a:cubicBezTo>
                  <a:pt x="398627" y="0"/>
                  <a:pt x="402647" y="1665"/>
                  <a:pt x="405612" y="4630"/>
                </a:cubicBezTo>
                <a:cubicBezTo>
                  <a:pt x="408576" y="7595"/>
                  <a:pt x="410242" y="11615"/>
                  <a:pt x="410242" y="15808"/>
                </a:cubicBezTo>
                <a:lnTo>
                  <a:pt x="410242" y="15808"/>
                </a:lnTo>
                <a:cubicBezTo>
                  <a:pt x="410242" y="24538"/>
                  <a:pt x="403165" y="31615"/>
                  <a:pt x="394434" y="31615"/>
                </a:cubicBezTo>
                <a:lnTo>
                  <a:pt x="15808" y="31615"/>
                </a:lnTo>
                <a:cubicBezTo>
                  <a:pt x="11615" y="31615"/>
                  <a:pt x="7595" y="29950"/>
                  <a:pt x="4630" y="26985"/>
                </a:cubicBezTo>
                <a:cubicBezTo>
                  <a:pt x="1665" y="24021"/>
                  <a:pt x="0" y="20000"/>
                  <a:pt x="0" y="15808"/>
                </a:cubicBezTo>
                <a:lnTo>
                  <a:pt x="0" y="15808"/>
                </a:lnTo>
                <a:cubicBezTo>
                  <a:pt x="0" y="11615"/>
                  <a:pt x="1665" y="7595"/>
                  <a:pt x="4630" y="4630"/>
                </a:cubicBezTo>
                <a:cubicBezTo>
                  <a:pt x="7595" y="1665"/>
                  <a:pt x="11615" y="0"/>
                  <a:pt x="1580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8" name="TextBox 88"/>
          <p:cNvSpPr txBox="1"/>
          <p:nvPr/>
        </p:nvSpPr>
        <p:spPr>
          <a:xfrm>
            <a:off x="6559874" y="7785508"/>
            <a:ext cx="1993776" cy="15365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919"/>
              </a:lnSpc>
            </a:pPr>
            <a:endParaRPr/>
          </a:p>
        </p:txBody>
      </p:sp>
      <p:sp>
        <p:nvSpPr>
          <p:cNvPr id="90" name="Freeform 90"/>
          <p:cNvSpPr/>
          <p:nvPr/>
        </p:nvSpPr>
        <p:spPr>
          <a:xfrm>
            <a:off x="6559874" y="8006026"/>
            <a:ext cx="1993776" cy="153651"/>
          </a:xfrm>
          <a:custGeom>
            <a:avLst/>
            <a:gdLst/>
            <a:ahLst/>
            <a:cxnLst/>
            <a:rect l="l" t="t" r="r" b="b"/>
            <a:pathLst>
              <a:path w="410242" h="31615">
                <a:moveTo>
                  <a:pt x="15808" y="0"/>
                </a:moveTo>
                <a:lnTo>
                  <a:pt x="394434" y="0"/>
                </a:lnTo>
                <a:cubicBezTo>
                  <a:pt x="398627" y="0"/>
                  <a:pt x="402647" y="1665"/>
                  <a:pt x="405612" y="4630"/>
                </a:cubicBezTo>
                <a:cubicBezTo>
                  <a:pt x="408576" y="7595"/>
                  <a:pt x="410242" y="11615"/>
                  <a:pt x="410242" y="15808"/>
                </a:cubicBezTo>
                <a:lnTo>
                  <a:pt x="410242" y="15808"/>
                </a:lnTo>
                <a:cubicBezTo>
                  <a:pt x="410242" y="24538"/>
                  <a:pt x="403165" y="31615"/>
                  <a:pt x="394434" y="31615"/>
                </a:cubicBezTo>
                <a:lnTo>
                  <a:pt x="15808" y="31615"/>
                </a:lnTo>
                <a:cubicBezTo>
                  <a:pt x="11615" y="31615"/>
                  <a:pt x="7595" y="29950"/>
                  <a:pt x="4630" y="26985"/>
                </a:cubicBezTo>
                <a:cubicBezTo>
                  <a:pt x="1665" y="24021"/>
                  <a:pt x="0" y="20000"/>
                  <a:pt x="0" y="15808"/>
                </a:cubicBezTo>
                <a:lnTo>
                  <a:pt x="0" y="15808"/>
                </a:lnTo>
                <a:cubicBezTo>
                  <a:pt x="0" y="11615"/>
                  <a:pt x="1665" y="7595"/>
                  <a:pt x="4630" y="4630"/>
                </a:cubicBezTo>
                <a:cubicBezTo>
                  <a:pt x="7595" y="1665"/>
                  <a:pt x="11615" y="0"/>
                  <a:pt x="1580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91" name="TextBox 91"/>
          <p:cNvSpPr txBox="1"/>
          <p:nvPr/>
        </p:nvSpPr>
        <p:spPr>
          <a:xfrm>
            <a:off x="6559874" y="8006026"/>
            <a:ext cx="1993776" cy="15365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919"/>
              </a:lnSpc>
            </a:pPr>
            <a:endParaRPr/>
          </a:p>
        </p:txBody>
      </p:sp>
      <p:sp>
        <p:nvSpPr>
          <p:cNvPr id="93" name="Freeform 93"/>
          <p:cNvSpPr/>
          <p:nvPr/>
        </p:nvSpPr>
        <p:spPr>
          <a:xfrm>
            <a:off x="6559874" y="8226352"/>
            <a:ext cx="1993776" cy="153651"/>
          </a:xfrm>
          <a:custGeom>
            <a:avLst/>
            <a:gdLst/>
            <a:ahLst/>
            <a:cxnLst/>
            <a:rect l="l" t="t" r="r" b="b"/>
            <a:pathLst>
              <a:path w="410242" h="31615">
                <a:moveTo>
                  <a:pt x="15808" y="0"/>
                </a:moveTo>
                <a:lnTo>
                  <a:pt x="394434" y="0"/>
                </a:lnTo>
                <a:cubicBezTo>
                  <a:pt x="398627" y="0"/>
                  <a:pt x="402647" y="1665"/>
                  <a:pt x="405612" y="4630"/>
                </a:cubicBezTo>
                <a:cubicBezTo>
                  <a:pt x="408576" y="7595"/>
                  <a:pt x="410242" y="11615"/>
                  <a:pt x="410242" y="15808"/>
                </a:cubicBezTo>
                <a:lnTo>
                  <a:pt x="410242" y="15808"/>
                </a:lnTo>
                <a:cubicBezTo>
                  <a:pt x="410242" y="24538"/>
                  <a:pt x="403165" y="31615"/>
                  <a:pt x="394434" y="31615"/>
                </a:cubicBezTo>
                <a:lnTo>
                  <a:pt x="15808" y="31615"/>
                </a:lnTo>
                <a:cubicBezTo>
                  <a:pt x="11615" y="31615"/>
                  <a:pt x="7595" y="29950"/>
                  <a:pt x="4630" y="26985"/>
                </a:cubicBezTo>
                <a:cubicBezTo>
                  <a:pt x="1665" y="24021"/>
                  <a:pt x="0" y="20000"/>
                  <a:pt x="0" y="15808"/>
                </a:cubicBezTo>
                <a:lnTo>
                  <a:pt x="0" y="15808"/>
                </a:lnTo>
                <a:cubicBezTo>
                  <a:pt x="0" y="11615"/>
                  <a:pt x="1665" y="7595"/>
                  <a:pt x="4630" y="4630"/>
                </a:cubicBezTo>
                <a:cubicBezTo>
                  <a:pt x="7595" y="1665"/>
                  <a:pt x="11615" y="0"/>
                  <a:pt x="1580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94" name="TextBox 94"/>
          <p:cNvSpPr txBox="1"/>
          <p:nvPr/>
        </p:nvSpPr>
        <p:spPr>
          <a:xfrm>
            <a:off x="6559874" y="8226352"/>
            <a:ext cx="1993776" cy="15365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919"/>
              </a:lnSpc>
            </a:pPr>
            <a:endParaRPr/>
          </a:p>
        </p:txBody>
      </p:sp>
      <p:sp>
        <p:nvSpPr>
          <p:cNvPr id="96" name="Freeform 96"/>
          <p:cNvSpPr/>
          <p:nvPr/>
        </p:nvSpPr>
        <p:spPr>
          <a:xfrm>
            <a:off x="6559874" y="8446679"/>
            <a:ext cx="1993776" cy="153651"/>
          </a:xfrm>
          <a:custGeom>
            <a:avLst/>
            <a:gdLst/>
            <a:ahLst/>
            <a:cxnLst/>
            <a:rect l="l" t="t" r="r" b="b"/>
            <a:pathLst>
              <a:path w="410242" h="31615">
                <a:moveTo>
                  <a:pt x="15808" y="0"/>
                </a:moveTo>
                <a:lnTo>
                  <a:pt x="394434" y="0"/>
                </a:lnTo>
                <a:cubicBezTo>
                  <a:pt x="398627" y="0"/>
                  <a:pt x="402647" y="1665"/>
                  <a:pt x="405612" y="4630"/>
                </a:cubicBezTo>
                <a:cubicBezTo>
                  <a:pt x="408576" y="7595"/>
                  <a:pt x="410242" y="11615"/>
                  <a:pt x="410242" y="15808"/>
                </a:cubicBezTo>
                <a:lnTo>
                  <a:pt x="410242" y="15808"/>
                </a:lnTo>
                <a:cubicBezTo>
                  <a:pt x="410242" y="24538"/>
                  <a:pt x="403165" y="31615"/>
                  <a:pt x="394434" y="31615"/>
                </a:cubicBezTo>
                <a:lnTo>
                  <a:pt x="15808" y="31615"/>
                </a:lnTo>
                <a:cubicBezTo>
                  <a:pt x="11615" y="31615"/>
                  <a:pt x="7595" y="29950"/>
                  <a:pt x="4630" y="26985"/>
                </a:cubicBezTo>
                <a:cubicBezTo>
                  <a:pt x="1665" y="24021"/>
                  <a:pt x="0" y="20000"/>
                  <a:pt x="0" y="15808"/>
                </a:cubicBezTo>
                <a:lnTo>
                  <a:pt x="0" y="15808"/>
                </a:lnTo>
                <a:cubicBezTo>
                  <a:pt x="0" y="11615"/>
                  <a:pt x="1665" y="7595"/>
                  <a:pt x="4630" y="4630"/>
                </a:cubicBezTo>
                <a:cubicBezTo>
                  <a:pt x="7595" y="1665"/>
                  <a:pt x="11615" y="0"/>
                  <a:pt x="1580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97" name="TextBox 97"/>
          <p:cNvSpPr txBox="1"/>
          <p:nvPr/>
        </p:nvSpPr>
        <p:spPr>
          <a:xfrm>
            <a:off x="6559874" y="8446679"/>
            <a:ext cx="1993776" cy="15365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919"/>
              </a:lnSpc>
            </a:pPr>
            <a:endParaRPr/>
          </a:p>
        </p:txBody>
      </p:sp>
      <p:sp>
        <p:nvSpPr>
          <p:cNvPr id="99" name="Freeform 99"/>
          <p:cNvSpPr/>
          <p:nvPr/>
        </p:nvSpPr>
        <p:spPr>
          <a:xfrm>
            <a:off x="6559874" y="8667005"/>
            <a:ext cx="1993776" cy="153651"/>
          </a:xfrm>
          <a:custGeom>
            <a:avLst/>
            <a:gdLst/>
            <a:ahLst/>
            <a:cxnLst/>
            <a:rect l="l" t="t" r="r" b="b"/>
            <a:pathLst>
              <a:path w="410242" h="31615">
                <a:moveTo>
                  <a:pt x="15808" y="0"/>
                </a:moveTo>
                <a:lnTo>
                  <a:pt x="394434" y="0"/>
                </a:lnTo>
                <a:cubicBezTo>
                  <a:pt x="398627" y="0"/>
                  <a:pt x="402647" y="1665"/>
                  <a:pt x="405612" y="4630"/>
                </a:cubicBezTo>
                <a:cubicBezTo>
                  <a:pt x="408576" y="7595"/>
                  <a:pt x="410242" y="11615"/>
                  <a:pt x="410242" y="15808"/>
                </a:cubicBezTo>
                <a:lnTo>
                  <a:pt x="410242" y="15808"/>
                </a:lnTo>
                <a:cubicBezTo>
                  <a:pt x="410242" y="24538"/>
                  <a:pt x="403165" y="31615"/>
                  <a:pt x="394434" y="31615"/>
                </a:cubicBezTo>
                <a:lnTo>
                  <a:pt x="15808" y="31615"/>
                </a:lnTo>
                <a:cubicBezTo>
                  <a:pt x="11615" y="31615"/>
                  <a:pt x="7595" y="29950"/>
                  <a:pt x="4630" y="26985"/>
                </a:cubicBezTo>
                <a:cubicBezTo>
                  <a:pt x="1665" y="24021"/>
                  <a:pt x="0" y="20000"/>
                  <a:pt x="0" y="15808"/>
                </a:cubicBezTo>
                <a:lnTo>
                  <a:pt x="0" y="15808"/>
                </a:lnTo>
                <a:cubicBezTo>
                  <a:pt x="0" y="11615"/>
                  <a:pt x="1665" y="7595"/>
                  <a:pt x="4630" y="4630"/>
                </a:cubicBezTo>
                <a:cubicBezTo>
                  <a:pt x="7595" y="1665"/>
                  <a:pt x="11615" y="0"/>
                  <a:pt x="1580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00" name="TextBox 100"/>
          <p:cNvSpPr txBox="1"/>
          <p:nvPr/>
        </p:nvSpPr>
        <p:spPr>
          <a:xfrm>
            <a:off x="6559874" y="8667005"/>
            <a:ext cx="1993776" cy="15365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919"/>
              </a:lnSpc>
            </a:pPr>
            <a:endParaRPr/>
          </a:p>
        </p:txBody>
      </p:sp>
      <p:sp>
        <p:nvSpPr>
          <p:cNvPr id="102" name="Freeform 102"/>
          <p:cNvSpPr/>
          <p:nvPr/>
        </p:nvSpPr>
        <p:spPr>
          <a:xfrm>
            <a:off x="6559874" y="8887331"/>
            <a:ext cx="1993776" cy="153651"/>
          </a:xfrm>
          <a:custGeom>
            <a:avLst/>
            <a:gdLst/>
            <a:ahLst/>
            <a:cxnLst/>
            <a:rect l="l" t="t" r="r" b="b"/>
            <a:pathLst>
              <a:path w="410242" h="31615">
                <a:moveTo>
                  <a:pt x="15808" y="0"/>
                </a:moveTo>
                <a:lnTo>
                  <a:pt x="394434" y="0"/>
                </a:lnTo>
                <a:cubicBezTo>
                  <a:pt x="398627" y="0"/>
                  <a:pt x="402647" y="1665"/>
                  <a:pt x="405612" y="4630"/>
                </a:cubicBezTo>
                <a:cubicBezTo>
                  <a:pt x="408576" y="7595"/>
                  <a:pt x="410242" y="11615"/>
                  <a:pt x="410242" y="15808"/>
                </a:cubicBezTo>
                <a:lnTo>
                  <a:pt x="410242" y="15808"/>
                </a:lnTo>
                <a:cubicBezTo>
                  <a:pt x="410242" y="24538"/>
                  <a:pt x="403165" y="31615"/>
                  <a:pt x="394434" y="31615"/>
                </a:cubicBezTo>
                <a:lnTo>
                  <a:pt x="15808" y="31615"/>
                </a:lnTo>
                <a:cubicBezTo>
                  <a:pt x="11615" y="31615"/>
                  <a:pt x="7595" y="29950"/>
                  <a:pt x="4630" y="26985"/>
                </a:cubicBezTo>
                <a:cubicBezTo>
                  <a:pt x="1665" y="24021"/>
                  <a:pt x="0" y="20000"/>
                  <a:pt x="0" y="15808"/>
                </a:cubicBezTo>
                <a:lnTo>
                  <a:pt x="0" y="15808"/>
                </a:lnTo>
                <a:cubicBezTo>
                  <a:pt x="0" y="11615"/>
                  <a:pt x="1665" y="7595"/>
                  <a:pt x="4630" y="4630"/>
                </a:cubicBezTo>
                <a:cubicBezTo>
                  <a:pt x="7595" y="1665"/>
                  <a:pt x="11615" y="0"/>
                  <a:pt x="1580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03" name="TextBox 103"/>
          <p:cNvSpPr txBox="1"/>
          <p:nvPr/>
        </p:nvSpPr>
        <p:spPr>
          <a:xfrm>
            <a:off x="6559874" y="8887331"/>
            <a:ext cx="1993776" cy="15365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919"/>
              </a:lnSpc>
            </a:pPr>
            <a:endParaRPr/>
          </a:p>
        </p:txBody>
      </p:sp>
      <p:sp>
        <p:nvSpPr>
          <p:cNvPr id="105" name="Freeform 105"/>
          <p:cNvSpPr/>
          <p:nvPr/>
        </p:nvSpPr>
        <p:spPr>
          <a:xfrm>
            <a:off x="6559874" y="9107657"/>
            <a:ext cx="1993776" cy="153651"/>
          </a:xfrm>
          <a:custGeom>
            <a:avLst/>
            <a:gdLst/>
            <a:ahLst/>
            <a:cxnLst/>
            <a:rect l="l" t="t" r="r" b="b"/>
            <a:pathLst>
              <a:path w="410242" h="31615">
                <a:moveTo>
                  <a:pt x="15808" y="0"/>
                </a:moveTo>
                <a:lnTo>
                  <a:pt x="394434" y="0"/>
                </a:lnTo>
                <a:cubicBezTo>
                  <a:pt x="398627" y="0"/>
                  <a:pt x="402647" y="1665"/>
                  <a:pt x="405612" y="4630"/>
                </a:cubicBezTo>
                <a:cubicBezTo>
                  <a:pt x="408576" y="7595"/>
                  <a:pt x="410242" y="11615"/>
                  <a:pt x="410242" y="15808"/>
                </a:cubicBezTo>
                <a:lnTo>
                  <a:pt x="410242" y="15808"/>
                </a:lnTo>
                <a:cubicBezTo>
                  <a:pt x="410242" y="24538"/>
                  <a:pt x="403165" y="31615"/>
                  <a:pt x="394434" y="31615"/>
                </a:cubicBezTo>
                <a:lnTo>
                  <a:pt x="15808" y="31615"/>
                </a:lnTo>
                <a:cubicBezTo>
                  <a:pt x="11615" y="31615"/>
                  <a:pt x="7595" y="29950"/>
                  <a:pt x="4630" y="26985"/>
                </a:cubicBezTo>
                <a:cubicBezTo>
                  <a:pt x="1665" y="24021"/>
                  <a:pt x="0" y="20000"/>
                  <a:pt x="0" y="15808"/>
                </a:cubicBezTo>
                <a:lnTo>
                  <a:pt x="0" y="15808"/>
                </a:lnTo>
                <a:cubicBezTo>
                  <a:pt x="0" y="11615"/>
                  <a:pt x="1665" y="7595"/>
                  <a:pt x="4630" y="4630"/>
                </a:cubicBezTo>
                <a:cubicBezTo>
                  <a:pt x="7595" y="1665"/>
                  <a:pt x="11615" y="0"/>
                  <a:pt x="1580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06" name="TextBox 106"/>
          <p:cNvSpPr txBox="1"/>
          <p:nvPr/>
        </p:nvSpPr>
        <p:spPr>
          <a:xfrm>
            <a:off x="6559874" y="9107657"/>
            <a:ext cx="1993776" cy="15365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919"/>
              </a:lnSpc>
            </a:pPr>
            <a:endParaRPr/>
          </a:p>
        </p:txBody>
      </p:sp>
      <p:sp>
        <p:nvSpPr>
          <p:cNvPr id="108" name="Freeform 108"/>
          <p:cNvSpPr/>
          <p:nvPr/>
        </p:nvSpPr>
        <p:spPr>
          <a:xfrm>
            <a:off x="6559874" y="9327983"/>
            <a:ext cx="1993776" cy="153651"/>
          </a:xfrm>
          <a:custGeom>
            <a:avLst/>
            <a:gdLst/>
            <a:ahLst/>
            <a:cxnLst/>
            <a:rect l="l" t="t" r="r" b="b"/>
            <a:pathLst>
              <a:path w="410242" h="31615">
                <a:moveTo>
                  <a:pt x="15808" y="0"/>
                </a:moveTo>
                <a:lnTo>
                  <a:pt x="394434" y="0"/>
                </a:lnTo>
                <a:cubicBezTo>
                  <a:pt x="398627" y="0"/>
                  <a:pt x="402647" y="1665"/>
                  <a:pt x="405612" y="4630"/>
                </a:cubicBezTo>
                <a:cubicBezTo>
                  <a:pt x="408576" y="7595"/>
                  <a:pt x="410242" y="11615"/>
                  <a:pt x="410242" y="15808"/>
                </a:cubicBezTo>
                <a:lnTo>
                  <a:pt x="410242" y="15808"/>
                </a:lnTo>
                <a:cubicBezTo>
                  <a:pt x="410242" y="24538"/>
                  <a:pt x="403165" y="31615"/>
                  <a:pt x="394434" y="31615"/>
                </a:cubicBezTo>
                <a:lnTo>
                  <a:pt x="15808" y="31615"/>
                </a:lnTo>
                <a:cubicBezTo>
                  <a:pt x="11615" y="31615"/>
                  <a:pt x="7595" y="29950"/>
                  <a:pt x="4630" y="26985"/>
                </a:cubicBezTo>
                <a:cubicBezTo>
                  <a:pt x="1665" y="24021"/>
                  <a:pt x="0" y="20000"/>
                  <a:pt x="0" y="15808"/>
                </a:cubicBezTo>
                <a:lnTo>
                  <a:pt x="0" y="15808"/>
                </a:lnTo>
                <a:cubicBezTo>
                  <a:pt x="0" y="11615"/>
                  <a:pt x="1665" y="7595"/>
                  <a:pt x="4630" y="4630"/>
                </a:cubicBezTo>
                <a:cubicBezTo>
                  <a:pt x="7595" y="1665"/>
                  <a:pt x="11615" y="0"/>
                  <a:pt x="1580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09" name="TextBox 109"/>
          <p:cNvSpPr txBox="1"/>
          <p:nvPr/>
        </p:nvSpPr>
        <p:spPr>
          <a:xfrm>
            <a:off x="6559874" y="9327983"/>
            <a:ext cx="1993776" cy="15365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919"/>
              </a:lnSpc>
            </a:pPr>
            <a:endParaRPr/>
          </a:p>
        </p:txBody>
      </p:sp>
      <p:grpSp>
        <p:nvGrpSpPr>
          <p:cNvPr id="110" name="Group 110"/>
          <p:cNvGrpSpPr/>
          <p:nvPr/>
        </p:nvGrpSpPr>
        <p:grpSpPr>
          <a:xfrm>
            <a:off x="10564240" y="7780120"/>
            <a:ext cx="1474187" cy="153651"/>
            <a:chOff x="0" y="0"/>
            <a:chExt cx="303331" cy="31615"/>
          </a:xfrm>
        </p:grpSpPr>
        <p:sp>
          <p:nvSpPr>
            <p:cNvPr id="111" name="Freeform 111"/>
            <p:cNvSpPr/>
            <p:nvPr/>
          </p:nvSpPr>
          <p:spPr>
            <a:xfrm>
              <a:off x="0" y="0"/>
              <a:ext cx="303331" cy="31615"/>
            </a:xfrm>
            <a:custGeom>
              <a:avLst/>
              <a:gdLst/>
              <a:ahLst/>
              <a:cxnLst/>
              <a:rect l="l" t="t" r="r" b="b"/>
              <a:pathLst>
                <a:path w="303331" h="31615">
                  <a:moveTo>
                    <a:pt x="15808" y="0"/>
                  </a:moveTo>
                  <a:lnTo>
                    <a:pt x="287523" y="0"/>
                  </a:lnTo>
                  <a:cubicBezTo>
                    <a:pt x="296253" y="0"/>
                    <a:pt x="303331" y="7077"/>
                    <a:pt x="303331" y="15808"/>
                  </a:cubicBezTo>
                  <a:lnTo>
                    <a:pt x="303331" y="15808"/>
                  </a:lnTo>
                  <a:cubicBezTo>
                    <a:pt x="303331" y="20000"/>
                    <a:pt x="301665" y="24021"/>
                    <a:pt x="298701" y="26985"/>
                  </a:cubicBezTo>
                  <a:cubicBezTo>
                    <a:pt x="295736" y="29950"/>
                    <a:pt x="291715" y="31615"/>
                    <a:pt x="287523" y="31615"/>
                  </a:cubicBezTo>
                  <a:lnTo>
                    <a:pt x="15808" y="31615"/>
                  </a:lnTo>
                  <a:cubicBezTo>
                    <a:pt x="11615" y="31615"/>
                    <a:pt x="7595" y="29950"/>
                    <a:pt x="4630" y="26985"/>
                  </a:cubicBezTo>
                  <a:cubicBezTo>
                    <a:pt x="1665" y="24021"/>
                    <a:pt x="0" y="20000"/>
                    <a:pt x="0" y="15808"/>
                  </a:cubicBezTo>
                  <a:lnTo>
                    <a:pt x="0" y="15808"/>
                  </a:lnTo>
                  <a:cubicBezTo>
                    <a:pt x="0" y="11615"/>
                    <a:pt x="1665" y="7595"/>
                    <a:pt x="4630" y="4630"/>
                  </a:cubicBezTo>
                  <a:cubicBezTo>
                    <a:pt x="7595" y="1665"/>
                    <a:pt x="11615" y="0"/>
                    <a:pt x="15808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0" y="0"/>
              <a:ext cx="303331" cy="31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19"/>
                </a:lnSpc>
              </a:pPr>
              <a:endParaRPr/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10564240" y="8000542"/>
            <a:ext cx="1474187" cy="153651"/>
            <a:chOff x="0" y="0"/>
            <a:chExt cx="303331" cy="31615"/>
          </a:xfrm>
        </p:grpSpPr>
        <p:sp>
          <p:nvSpPr>
            <p:cNvPr id="114" name="Freeform 114"/>
            <p:cNvSpPr/>
            <p:nvPr/>
          </p:nvSpPr>
          <p:spPr>
            <a:xfrm>
              <a:off x="0" y="0"/>
              <a:ext cx="303331" cy="31615"/>
            </a:xfrm>
            <a:custGeom>
              <a:avLst/>
              <a:gdLst/>
              <a:ahLst/>
              <a:cxnLst/>
              <a:rect l="l" t="t" r="r" b="b"/>
              <a:pathLst>
                <a:path w="303331" h="31615">
                  <a:moveTo>
                    <a:pt x="15808" y="0"/>
                  </a:moveTo>
                  <a:lnTo>
                    <a:pt x="287523" y="0"/>
                  </a:lnTo>
                  <a:cubicBezTo>
                    <a:pt x="296253" y="0"/>
                    <a:pt x="303331" y="7077"/>
                    <a:pt x="303331" y="15808"/>
                  </a:cubicBezTo>
                  <a:lnTo>
                    <a:pt x="303331" y="15808"/>
                  </a:lnTo>
                  <a:cubicBezTo>
                    <a:pt x="303331" y="20000"/>
                    <a:pt x="301665" y="24021"/>
                    <a:pt x="298701" y="26985"/>
                  </a:cubicBezTo>
                  <a:cubicBezTo>
                    <a:pt x="295736" y="29950"/>
                    <a:pt x="291715" y="31615"/>
                    <a:pt x="287523" y="31615"/>
                  </a:cubicBezTo>
                  <a:lnTo>
                    <a:pt x="15808" y="31615"/>
                  </a:lnTo>
                  <a:cubicBezTo>
                    <a:pt x="11615" y="31615"/>
                    <a:pt x="7595" y="29950"/>
                    <a:pt x="4630" y="26985"/>
                  </a:cubicBezTo>
                  <a:cubicBezTo>
                    <a:pt x="1665" y="24021"/>
                    <a:pt x="0" y="20000"/>
                    <a:pt x="0" y="15808"/>
                  </a:cubicBezTo>
                  <a:lnTo>
                    <a:pt x="0" y="15808"/>
                  </a:lnTo>
                  <a:cubicBezTo>
                    <a:pt x="0" y="11615"/>
                    <a:pt x="1665" y="7595"/>
                    <a:pt x="4630" y="4630"/>
                  </a:cubicBezTo>
                  <a:cubicBezTo>
                    <a:pt x="7595" y="1665"/>
                    <a:pt x="11615" y="0"/>
                    <a:pt x="15808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0" y="0"/>
              <a:ext cx="303331" cy="31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19"/>
                </a:lnSpc>
              </a:pPr>
              <a:endParaRPr/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8790894" y="7781402"/>
            <a:ext cx="1473137" cy="162055"/>
            <a:chOff x="0" y="0"/>
            <a:chExt cx="321637" cy="35382"/>
          </a:xfrm>
        </p:grpSpPr>
        <p:sp>
          <p:nvSpPr>
            <p:cNvPr id="117" name="Freeform 117"/>
            <p:cNvSpPr/>
            <p:nvPr/>
          </p:nvSpPr>
          <p:spPr>
            <a:xfrm>
              <a:off x="0" y="0"/>
              <a:ext cx="321637" cy="35382"/>
            </a:xfrm>
            <a:custGeom>
              <a:avLst/>
              <a:gdLst/>
              <a:ahLst/>
              <a:cxnLst/>
              <a:rect l="l" t="t" r="r" b="b"/>
              <a:pathLst>
                <a:path w="321637" h="35382">
                  <a:moveTo>
                    <a:pt x="17691" y="0"/>
                  </a:moveTo>
                  <a:lnTo>
                    <a:pt x="303946" y="0"/>
                  </a:lnTo>
                  <a:cubicBezTo>
                    <a:pt x="313716" y="0"/>
                    <a:pt x="321637" y="7921"/>
                    <a:pt x="321637" y="17691"/>
                  </a:cubicBezTo>
                  <a:lnTo>
                    <a:pt x="321637" y="17691"/>
                  </a:lnTo>
                  <a:cubicBezTo>
                    <a:pt x="321637" y="22383"/>
                    <a:pt x="319773" y="26883"/>
                    <a:pt x="316455" y="30201"/>
                  </a:cubicBezTo>
                  <a:cubicBezTo>
                    <a:pt x="313137" y="33518"/>
                    <a:pt x="308638" y="35382"/>
                    <a:pt x="303946" y="35382"/>
                  </a:cubicBezTo>
                  <a:lnTo>
                    <a:pt x="17691" y="35382"/>
                  </a:lnTo>
                  <a:cubicBezTo>
                    <a:pt x="7921" y="35382"/>
                    <a:pt x="0" y="27462"/>
                    <a:pt x="0" y="17691"/>
                  </a:cubicBezTo>
                  <a:lnTo>
                    <a:pt x="0" y="17691"/>
                  </a:lnTo>
                  <a:cubicBezTo>
                    <a:pt x="0" y="7921"/>
                    <a:pt x="7921" y="0"/>
                    <a:pt x="17691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0" y="0"/>
              <a:ext cx="321637" cy="353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19"/>
                </a:lnSpc>
              </a:pPr>
              <a:endParaRPr/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14008255" y="7777635"/>
            <a:ext cx="1474187" cy="153651"/>
            <a:chOff x="0" y="0"/>
            <a:chExt cx="303331" cy="31615"/>
          </a:xfrm>
        </p:grpSpPr>
        <p:sp>
          <p:nvSpPr>
            <p:cNvPr id="120" name="Freeform 120"/>
            <p:cNvSpPr/>
            <p:nvPr/>
          </p:nvSpPr>
          <p:spPr>
            <a:xfrm>
              <a:off x="0" y="0"/>
              <a:ext cx="303331" cy="31615"/>
            </a:xfrm>
            <a:custGeom>
              <a:avLst/>
              <a:gdLst/>
              <a:ahLst/>
              <a:cxnLst/>
              <a:rect l="l" t="t" r="r" b="b"/>
              <a:pathLst>
                <a:path w="303331" h="31615">
                  <a:moveTo>
                    <a:pt x="15808" y="0"/>
                  </a:moveTo>
                  <a:lnTo>
                    <a:pt x="287523" y="0"/>
                  </a:lnTo>
                  <a:cubicBezTo>
                    <a:pt x="296253" y="0"/>
                    <a:pt x="303331" y="7077"/>
                    <a:pt x="303331" y="15808"/>
                  </a:cubicBezTo>
                  <a:lnTo>
                    <a:pt x="303331" y="15808"/>
                  </a:lnTo>
                  <a:cubicBezTo>
                    <a:pt x="303331" y="20000"/>
                    <a:pt x="301665" y="24021"/>
                    <a:pt x="298701" y="26985"/>
                  </a:cubicBezTo>
                  <a:cubicBezTo>
                    <a:pt x="295736" y="29950"/>
                    <a:pt x="291715" y="31615"/>
                    <a:pt x="287523" y="31615"/>
                  </a:cubicBezTo>
                  <a:lnTo>
                    <a:pt x="15808" y="31615"/>
                  </a:lnTo>
                  <a:cubicBezTo>
                    <a:pt x="11615" y="31615"/>
                    <a:pt x="7595" y="29950"/>
                    <a:pt x="4630" y="26985"/>
                  </a:cubicBezTo>
                  <a:cubicBezTo>
                    <a:pt x="1665" y="24021"/>
                    <a:pt x="0" y="20000"/>
                    <a:pt x="0" y="15808"/>
                  </a:cubicBezTo>
                  <a:lnTo>
                    <a:pt x="0" y="15808"/>
                  </a:lnTo>
                  <a:cubicBezTo>
                    <a:pt x="0" y="11615"/>
                    <a:pt x="1665" y="7595"/>
                    <a:pt x="4630" y="4630"/>
                  </a:cubicBezTo>
                  <a:cubicBezTo>
                    <a:pt x="7595" y="1665"/>
                    <a:pt x="11615" y="0"/>
                    <a:pt x="15808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0" y="0"/>
              <a:ext cx="303331" cy="31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19"/>
                </a:lnSpc>
              </a:pPr>
              <a:endParaRPr/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14008255" y="8000542"/>
            <a:ext cx="1474187" cy="153651"/>
            <a:chOff x="0" y="0"/>
            <a:chExt cx="303331" cy="31615"/>
          </a:xfrm>
        </p:grpSpPr>
        <p:sp>
          <p:nvSpPr>
            <p:cNvPr id="123" name="Freeform 123"/>
            <p:cNvSpPr/>
            <p:nvPr/>
          </p:nvSpPr>
          <p:spPr>
            <a:xfrm>
              <a:off x="0" y="0"/>
              <a:ext cx="303331" cy="31615"/>
            </a:xfrm>
            <a:custGeom>
              <a:avLst/>
              <a:gdLst/>
              <a:ahLst/>
              <a:cxnLst/>
              <a:rect l="l" t="t" r="r" b="b"/>
              <a:pathLst>
                <a:path w="303331" h="31615">
                  <a:moveTo>
                    <a:pt x="15808" y="0"/>
                  </a:moveTo>
                  <a:lnTo>
                    <a:pt x="287523" y="0"/>
                  </a:lnTo>
                  <a:cubicBezTo>
                    <a:pt x="296253" y="0"/>
                    <a:pt x="303331" y="7077"/>
                    <a:pt x="303331" y="15808"/>
                  </a:cubicBezTo>
                  <a:lnTo>
                    <a:pt x="303331" y="15808"/>
                  </a:lnTo>
                  <a:cubicBezTo>
                    <a:pt x="303331" y="20000"/>
                    <a:pt x="301665" y="24021"/>
                    <a:pt x="298701" y="26985"/>
                  </a:cubicBezTo>
                  <a:cubicBezTo>
                    <a:pt x="295736" y="29950"/>
                    <a:pt x="291715" y="31615"/>
                    <a:pt x="287523" y="31615"/>
                  </a:cubicBezTo>
                  <a:lnTo>
                    <a:pt x="15808" y="31615"/>
                  </a:lnTo>
                  <a:cubicBezTo>
                    <a:pt x="11615" y="31615"/>
                    <a:pt x="7595" y="29950"/>
                    <a:pt x="4630" y="26985"/>
                  </a:cubicBezTo>
                  <a:cubicBezTo>
                    <a:pt x="1665" y="24021"/>
                    <a:pt x="0" y="20000"/>
                    <a:pt x="0" y="15808"/>
                  </a:cubicBezTo>
                  <a:lnTo>
                    <a:pt x="0" y="15808"/>
                  </a:lnTo>
                  <a:cubicBezTo>
                    <a:pt x="0" y="11615"/>
                    <a:pt x="1665" y="7595"/>
                    <a:pt x="4630" y="4630"/>
                  </a:cubicBezTo>
                  <a:cubicBezTo>
                    <a:pt x="7595" y="1665"/>
                    <a:pt x="11615" y="0"/>
                    <a:pt x="15808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0" y="0"/>
              <a:ext cx="303331" cy="31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19"/>
                </a:lnSpc>
              </a:pPr>
              <a:endParaRPr/>
            </a:p>
          </p:txBody>
        </p:sp>
      </p:grpSp>
      <p:grpSp>
        <p:nvGrpSpPr>
          <p:cNvPr id="125" name="Group 125"/>
          <p:cNvGrpSpPr/>
          <p:nvPr/>
        </p:nvGrpSpPr>
        <p:grpSpPr>
          <a:xfrm>
            <a:off x="8790894" y="8000787"/>
            <a:ext cx="1473137" cy="158891"/>
            <a:chOff x="0" y="0"/>
            <a:chExt cx="328042" cy="35382"/>
          </a:xfrm>
        </p:grpSpPr>
        <p:sp>
          <p:nvSpPr>
            <p:cNvPr id="126" name="Freeform 126"/>
            <p:cNvSpPr/>
            <p:nvPr/>
          </p:nvSpPr>
          <p:spPr>
            <a:xfrm>
              <a:off x="0" y="0"/>
              <a:ext cx="328042" cy="35382"/>
            </a:xfrm>
            <a:custGeom>
              <a:avLst/>
              <a:gdLst/>
              <a:ahLst/>
              <a:cxnLst/>
              <a:rect l="l" t="t" r="r" b="b"/>
              <a:pathLst>
                <a:path w="328042" h="35382">
                  <a:moveTo>
                    <a:pt x="17691" y="0"/>
                  </a:moveTo>
                  <a:lnTo>
                    <a:pt x="310351" y="0"/>
                  </a:lnTo>
                  <a:cubicBezTo>
                    <a:pt x="315043" y="0"/>
                    <a:pt x="319542" y="1864"/>
                    <a:pt x="322860" y="5182"/>
                  </a:cubicBezTo>
                  <a:cubicBezTo>
                    <a:pt x="326178" y="8499"/>
                    <a:pt x="328042" y="12999"/>
                    <a:pt x="328042" y="17691"/>
                  </a:cubicBezTo>
                  <a:lnTo>
                    <a:pt x="328042" y="17691"/>
                  </a:lnTo>
                  <a:cubicBezTo>
                    <a:pt x="328042" y="27462"/>
                    <a:pt x="320121" y="35382"/>
                    <a:pt x="310351" y="35382"/>
                  </a:cubicBezTo>
                  <a:lnTo>
                    <a:pt x="17691" y="35382"/>
                  </a:lnTo>
                  <a:cubicBezTo>
                    <a:pt x="7921" y="35382"/>
                    <a:pt x="0" y="27462"/>
                    <a:pt x="0" y="17691"/>
                  </a:cubicBezTo>
                  <a:lnTo>
                    <a:pt x="0" y="17691"/>
                  </a:lnTo>
                  <a:cubicBezTo>
                    <a:pt x="0" y="7921"/>
                    <a:pt x="7921" y="0"/>
                    <a:pt x="17691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0" y="0"/>
              <a:ext cx="328042" cy="353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19"/>
                </a:lnSpc>
              </a:pPr>
              <a:endParaRPr/>
            </a:p>
          </p:txBody>
        </p:sp>
      </p:grpSp>
      <p:grpSp>
        <p:nvGrpSpPr>
          <p:cNvPr id="128" name="Group 128"/>
          <p:cNvGrpSpPr/>
          <p:nvPr/>
        </p:nvGrpSpPr>
        <p:grpSpPr>
          <a:xfrm>
            <a:off x="8790894" y="8219992"/>
            <a:ext cx="1473137" cy="151638"/>
            <a:chOff x="0" y="0"/>
            <a:chExt cx="325543" cy="33510"/>
          </a:xfrm>
        </p:grpSpPr>
        <p:sp>
          <p:nvSpPr>
            <p:cNvPr id="129" name="Freeform 129"/>
            <p:cNvSpPr/>
            <p:nvPr/>
          </p:nvSpPr>
          <p:spPr>
            <a:xfrm>
              <a:off x="0" y="0"/>
              <a:ext cx="325543" cy="33510"/>
            </a:xfrm>
            <a:custGeom>
              <a:avLst/>
              <a:gdLst/>
              <a:ahLst/>
              <a:cxnLst/>
              <a:rect l="l" t="t" r="r" b="b"/>
              <a:pathLst>
                <a:path w="325543" h="33510">
                  <a:moveTo>
                    <a:pt x="16755" y="0"/>
                  </a:moveTo>
                  <a:lnTo>
                    <a:pt x="308788" y="0"/>
                  </a:lnTo>
                  <a:cubicBezTo>
                    <a:pt x="318042" y="0"/>
                    <a:pt x="325543" y="7501"/>
                    <a:pt x="325543" y="16755"/>
                  </a:cubicBezTo>
                  <a:lnTo>
                    <a:pt x="325543" y="16755"/>
                  </a:lnTo>
                  <a:cubicBezTo>
                    <a:pt x="325543" y="21199"/>
                    <a:pt x="323778" y="25460"/>
                    <a:pt x="320636" y="28603"/>
                  </a:cubicBezTo>
                  <a:cubicBezTo>
                    <a:pt x="317494" y="31745"/>
                    <a:pt x="313232" y="33510"/>
                    <a:pt x="308788" y="33510"/>
                  </a:cubicBezTo>
                  <a:lnTo>
                    <a:pt x="16755" y="33510"/>
                  </a:lnTo>
                  <a:cubicBezTo>
                    <a:pt x="12311" y="33510"/>
                    <a:pt x="8050" y="31745"/>
                    <a:pt x="4907" y="28603"/>
                  </a:cubicBezTo>
                  <a:cubicBezTo>
                    <a:pt x="1765" y="25460"/>
                    <a:pt x="0" y="21199"/>
                    <a:pt x="0" y="16755"/>
                  </a:cubicBezTo>
                  <a:lnTo>
                    <a:pt x="0" y="16755"/>
                  </a:lnTo>
                  <a:cubicBezTo>
                    <a:pt x="0" y="12311"/>
                    <a:pt x="1765" y="8050"/>
                    <a:pt x="4907" y="4907"/>
                  </a:cubicBezTo>
                  <a:cubicBezTo>
                    <a:pt x="8050" y="1765"/>
                    <a:pt x="12311" y="0"/>
                    <a:pt x="16755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0" y="0"/>
              <a:ext cx="325543" cy="335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19"/>
                </a:lnSpc>
              </a:pPr>
              <a:endParaRPr/>
            </a:p>
          </p:txBody>
        </p:sp>
      </p:grpSp>
      <p:grpSp>
        <p:nvGrpSpPr>
          <p:cNvPr id="131" name="Group 131"/>
          <p:cNvGrpSpPr/>
          <p:nvPr/>
        </p:nvGrpSpPr>
        <p:grpSpPr>
          <a:xfrm>
            <a:off x="12283202" y="7780216"/>
            <a:ext cx="1474187" cy="153651"/>
            <a:chOff x="0" y="0"/>
            <a:chExt cx="303331" cy="31615"/>
          </a:xfrm>
        </p:grpSpPr>
        <p:sp>
          <p:nvSpPr>
            <p:cNvPr id="132" name="Freeform 132"/>
            <p:cNvSpPr/>
            <p:nvPr/>
          </p:nvSpPr>
          <p:spPr>
            <a:xfrm>
              <a:off x="0" y="0"/>
              <a:ext cx="303331" cy="31615"/>
            </a:xfrm>
            <a:custGeom>
              <a:avLst/>
              <a:gdLst/>
              <a:ahLst/>
              <a:cxnLst/>
              <a:rect l="l" t="t" r="r" b="b"/>
              <a:pathLst>
                <a:path w="303331" h="31615">
                  <a:moveTo>
                    <a:pt x="15808" y="0"/>
                  </a:moveTo>
                  <a:lnTo>
                    <a:pt x="287523" y="0"/>
                  </a:lnTo>
                  <a:cubicBezTo>
                    <a:pt x="296253" y="0"/>
                    <a:pt x="303331" y="7077"/>
                    <a:pt x="303331" y="15808"/>
                  </a:cubicBezTo>
                  <a:lnTo>
                    <a:pt x="303331" y="15808"/>
                  </a:lnTo>
                  <a:cubicBezTo>
                    <a:pt x="303331" y="20000"/>
                    <a:pt x="301665" y="24021"/>
                    <a:pt x="298701" y="26985"/>
                  </a:cubicBezTo>
                  <a:cubicBezTo>
                    <a:pt x="295736" y="29950"/>
                    <a:pt x="291715" y="31615"/>
                    <a:pt x="287523" y="31615"/>
                  </a:cubicBezTo>
                  <a:lnTo>
                    <a:pt x="15808" y="31615"/>
                  </a:lnTo>
                  <a:cubicBezTo>
                    <a:pt x="11615" y="31615"/>
                    <a:pt x="7595" y="29950"/>
                    <a:pt x="4630" y="26985"/>
                  </a:cubicBezTo>
                  <a:cubicBezTo>
                    <a:pt x="1665" y="24021"/>
                    <a:pt x="0" y="20000"/>
                    <a:pt x="0" y="15808"/>
                  </a:cubicBezTo>
                  <a:lnTo>
                    <a:pt x="0" y="15808"/>
                  </a:lnTo>
                  <a:cubicBezTo>
                    <a:pt x="0" y="11615"/>
                    <a:pt x="1665" y="7595"/>
                    <a:pt x="4630" y="4630"/>
                  </a:cubicBezTo>
                  <a:cubicBezTo>
                    <a:pt x="7595" y="1665"/>
                    <a:pt x="11615" y="0"/>
                    <a:pt x="15808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0" y="0"/>
              <a:ext cx="303331" cy="31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19"/>
                </a:lnSpc>
              </a:pPr>
              <a:endParaRPr/>
            </a:p>
          </p:txBody>
        </p:sp>
      </p:grpSp>
      <p:grpSp>
        <p:nvGrpSpPr>
          <p:cNvPr id="134" name="Group 134"/>
          <p:cNvGrpSpPr/>
          <p:nvPr/>
        </p:nvGrpSpPr>
        <p:grpSpPr>
          <a:xfrm>
            <a:off x="12283202" y="8000542"/>
            <a:ext cx="1474187" cy="153651"/>
            <a:chOff x="0" y="0"/>
            <a:chExt cx="303331" cy="31615"/>
          </a:xfrm>
        </p:grpSpPr>
        <p:sp>
          <p:nvSpPr>
            <p:cNvPr id="135" name="Freeform 135"/>
            <p:cNvSpPr/>
            <p:nvPr/>
          </p:nvSpPr>
          <p:spPr>
            <a:xfrm>
              <a:off x="0" y="0"/>
              <a:ext cx="303331" cy="31615"/>
            </a:xfrm>
            <a:custGeom>
              <a:avLst/>
              <a:gdLst/>
              <a:ahLst/>
              <a:cxnLst/>
              <a:rect l="l" t="t" r="r" b="b"/>
              <a:pathLst>
                <a:path w="303331" h="31615">
                  <a:moveTo>
                    <a:pt x="15808" y="0"/>
                  </a:moveTo>
                  <a:lnTo>
                    <a:pt x="287523" y="0"/>
                  </a:lnTo>
                  <a:cubicBezTo>
                    <a:pt x="296253" y="0"/>
                    <a:pt x="303331" y="7077"/>
                    <a:pt x="303331" y="15808"/>
                  </a:cubicBezTo>
                  <a:lnTo>
                    <a:pt x="303331" y="15808"/>
                  </a:lnTo>
                  <a:cubicBezTo>
                    <a:pt x="303331" y="20000"/>
                    <a:pt x="301665" y="24021"/>
                    <a:pt x="298701" y="26985"/>
                  </a:cubicBezTo>
                  <a:cubicBezTo>
                    <a:pt x="295736" y="29950"/>
                    <a:pt x="291715" y="31615"/>
                    <a:pt x="287523" y="31615"/>
                  </a:cubicBezTo>
                  <a:lnTo>
                    <a:pt x="15808" y="31615"/>
                  </a:lnTo>
                  <a:cubicBezTo>
                    <a:pt x="11615" y="31615"/>
                    <a:pt x="7595" y="29950"/>
                    <a:pt x="4630" y="26985"/>
                  </a:cubicBezTo>
                  <a:cubicBezTo>
                    <a:pt x="1665" y="24021"/>
                    <a:pt x="0" y="20000"/>
                    <a:pt x="0" y="15808"/>
                  </a:cubicBezTo>
                  <a:lnTo>
                    <a:pt x="0" y="15808"/>
                  </a:lnTo>
                  <a:cubicBezTo>
                    <a:pt x="0" y="11615"/>
                    <a:pt x="1665" y="7595"/>
                    <a:pt x="4630" y="4630"/>
                  </a:cubicBezTo>
                  <a:cubicBezTo>
                    <a:pt x="7595" y="1665"/>
                    <a:pt x="11615" y="0"/>
                    <a:pt x="15808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6" name="TextBox 136"/>
            <p:cNvSpPr txBox="1"/>
            <p:nvPr/>
          </p:nvSpPr>
          <p:spPr>
            <a:xfrm>
              <a:off x="0" y="0"/>
              <a:ext cx="303331" cy="31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19"/>
                </a:lnSpc>
              </a:pPr>
              <a:endParaRPr/>
            </a:p>
          </p:txBody>
        </p:sp>
      </p:grpSp>
      <p:grpSp>
        <p:nvGrpSpPr>
          <p:cNvPr id="137" name="Group 137"/>
          <p:cNvGrpSpPr/>
          <p:nvPr/>
        </p:nvGrpSpPr>
        <p:grpSpPr>
          <a:xfrm>
            <a:off x="12283202" y="8226352"/>
            <a:ext cx="1474187" cy="153651"/>
            <a:chOff x="0" y="0"/>
            <a:chExt cx="303331" cy="31615"/>
          </a:xfrm>
        </p:grpSpPr>
        <p:sp>
          <p:nvSpPr>
            <p:cNvPr id="138" name="Freeform 138"/>
            <p:cNvSpPr/>
            <p:nvPr/>
          </p:nvSpPr>
          <p:spPr>
            <a:xfrm>
              <a:off x="0" y="0"/>
              <a:ext cx="303331" cy="31615"/>
            </a:xfrm>
            <a:custGeom>
              <a:avLst/>
              <a:gdLst/>
              <a:ahLst/>
              <a:cxnLst/>
              <a:rect l="l" t="t" r="r" b="b"/>
              <a:pathLst>
                <a:path w="303331" h="31615">
                  <a:moveTo>
                    <a:pt x="15808" y="0"/>
                  </a:moveTo>
                  <a:lnTo>
                    <a:pt x="287523" y="0"/>
                  </a:lnTo>
                  <a:cubicBezTo>
                    <a:pt x="296253" y="0"/>
                    <a:pt x="303331" y="7077"/>
                    <a:pt x="303331" y="15808"/>
                  </a:cubicBezTo>
                  <a:lnTo>
                    <a:pt x="303331" y="15808"/>
                  </a:lnTo>
                  <a:cubicBezTo>
                    <a:pt x="303331" y="20000"/>
                    <a:pt x="301665" y="24021"/>
                    <a:pt x="298701" y="26985"/>
                  </a:cubicBezTo>
                  <a:cubicBezTo>
                    <a:pt x="295736" y="29950"/>
                    <a:pt x="291715" y="31615"/>
                    <a:pt x="287523" y="31615"/>
                  </a:cubicBezTo>
                  <a:lnTo>
                    <a:pt x="15808" y="31615"/>
                  </a:lnTo>
                  <a:cubicBezTo>
                    <a:pt x="11615" y="31615"/>
                    <a:pt x="7595" y="29950"/>
                    <a:pt x="4630" y="26985"/>
                  </a:cubicBezTo>
                  <a:cubicBezTo>
                    <a:pt x="1665" y="24021"/>
                    <a:pt x="0" y="20000"/>
                    <a:pt x="0" y="15808"/>
                  </a:cubicBezTo>
                  <a:lnTo>
                    <a:pt x="0" y="15808"/>
                  </a:lnTo>
                  <a:cubicBezTo>
                    <a:pt x="0" y="11615"/>
                    <a:pt x="1665" y="7595"/>
                    <a:pt x="4630" y="4630"/>
                  </a:cubicBezTo>
                  <a:cubicBezTo>
                    <a:pt x="7595" y="1665"/>
                    <a:pt x="11615" y="0"/>
                    <a:pt x="15808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9" name="TextBox 139"/>
            <p:cNvSpPr txBox="1"/>
            <p:nvPr/>
          </p:nvSpPr>
          <p:spPr>
            <a:xfrm>
              <a:off x="0" y="0"/>
              <a:ext cx="303331" cy="31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19"/>
                </a:lnSpc>
              </a:pPr>
              <a:endParaRPr/>
            </a:p>
          </p:txBody>
        </p:sp>
      </p:grpSp>
      <p:sp>
        <p:nvSpPr>
          <p:cNvPr id="140" name="Freeform 140"/>
          <p:cNvSpPr/>
          <p:nvPr/>
        </p:nvSpPr>
        <p:spPr>
          <a:xfrm>
            <a:off x="8871698" y="8541879"/>
            <a:ext cx="1253897" cy="1033254"/>
          </a:xfrm>
          <a:custGeom>
            <a:avLst/>
            <a:gdLst/>
            <a:ahLst/>
            <a:cxnLst/>
            <a:rect l="l" t="t" r="r" b="b"/>
            <a:pathLst>
              <a:path w="1253897" h="1033254">
                <a:moveTo>
                  <a:pt x="0" y="0"/>
                </a:moveTo>
                <a:lnTo>
                  <a:pt x="1253897" y="0"/>
                </a:lnTo>
                <a:lnTo>
                  <a:pt x="1253897" y="1033255"/>
                </a:lnTo>
                <a:lnTo>
                  <a:pt x="0" y="1033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1440" b="-2310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1" name="Freeform 141"/>
          <p:cNvSpPr/>
          <p:nvPr/>
        </p:nvSpPr>
        <p:spPr>
          <a:xfrm>
            <a:off x="10830634" y="8654719"/>
            <a:ext cx="941400" cy="924926"/>
          </a:xfrm>
          <a:custGeom>
            <a:avLst/>
            <a:gdLst/>
            <a:ahLst/>
            <a:cxnLst/>
            <a:rect l="l" t="t" r="r" b="b"/>
            <a:pathLst>
              <a:path w="941400" h="924926">
                <a:moveTo>
                  <a:pt x="0" y="0"/>
                </a:moveTo>
                <a:lnTo>
                  <a:pt x="941400" y="0"/>
                </a:lnTo>
                <a:lnTo>
                  <a:pt x="941400" y="924926"/>
                </a:lnTo>
                <a:lnTo>
                  <a:pt x="0" y="9249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2" name="Freeform 142"/>
          <p:cNvSpPr/>
          <p:nvPr/>
        </p:nvSpPr>
        <p:spPr>
          <a:xfrm>
            <a:off x="12294899" y="8650208"/>
            <a:ext cx="1450795" cy="933949"/>
          </a:xfrm>
          <a:custGeom>
            <a:avLst/>
            <a:gdLst/>
            <a:ahLst/>
            <a:cxnLst/>
            <a:rect l="l" t="t" r="r" b="b"/>
            <a:pathLst>
              <a:path w="1450795" h="933949">
                <a:moveTo>
                  <a:pt x="0" y="0"/>
                </a:moveTo>
                <a:lnTo>
                  <a:pt x="1450794" y="0"/>
                </a:lnTo>
                <a:lnTo>
                  <a:pt x="1450794" y="933949"/>
                </a:lnTo>
                <a:lnTo>
                  <a:pt x="0" y="93394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3" name="Freeform 143"/>
          <p:cNvSpPr/>
          <p:nvPr/>
        </p:nvSpPr>
        <p:spPr>
          <a:xfrm>
            <a:off x="14112795" y="8460418"/>
            <a:ext cx="1290250" cy="1104777"/>
          </a:xfrm>
          <a:custGeom>
            <a:avLst/>
            <a:gdLst/>
            <a:ahLst/>
            <a:cxnLst/>
            <a:rect l="l" t="t" r="r" b="b"/>
            <a:pathLst>
              <a:path w="1290250" h="1104777">
                <a:moveTo>
                  <a:pt x="0" y="0"/>
                </a:moveTo>
                <a:lnTo>
                  <a:pt x="1290250" y="0"/>
                </a:lnTo>
                <a:lnTo>
                  <a:pt x="1290250" y="1104777"/>
                </a:lnTo>
                <a:lnTo>
                  <a:pt x="0" y="11047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44" name="Group 144"/>
          <p:cNvGrpSpPr/>
          <p:nvPr/>
        </p:nvGrpSpPr>
        <p:grpSpPr>
          <a:xfrm>
            <a:off x="15720926" y="7773220"/>
            <a:ext cx="2010164" cy="159705"/>
            <a:chOff x="0" y="0"/>
            <a:chExt cx="397935" cy="31615"/>
          </a:xfrm>
        </p:grpSpPr>
        <p:sp>
          <p:nvSpPr>
            <p:cNvPr id="145" name="Freeform 145"/>
            <p:cNvSpPr/>
            <p:nvPr/>
          </p:nvSpPr>
          <p:spPr>
            <a:xfrm>
              <a:off x="0" y="0"/>
              <a:ext cx="397935" cy="31615"/>
            </a:xfrm>
            <a:custGeom>
              <a:avLst/>
              <a:gdLst/>
              <a:ahLst/>
              <a:cxnLst/>
              <a:rect l="l" t="t" r="r" b="b"/>
              <a:pathLst>
                <a:path w="397935" h="31615">
                  <a:moveTo>
                    <a:pt x="15808" y="0"/>
                  </a:moveTo>
                  <a:lnTo>
                    <a:pt x="382127" y="0"/>
                  </a:lnTo>
                  <a:cubicBezTo>
                    <a:pt x="390858" y="0"/>
                    <a:pt x="397935" y="7077"/>
                    <a:pt x="397935" y="15808"/>
                  </a:cubicBezTo>
                  <a:lnTo>
                    <a:pt x="397935" y="15808"/>
                  </a:lnTo>
                  <a:cubicBezTo>
                    <a:pt x="397935" y="20000"/>
                    <a:pt x="396270" y="24021"/>
                    <a:pt x="393305" y="26985"/>
                  </a:cubicBezTo>
                  <a:cubicBezTo>
                    <a:pt x="390341" y="29950"/>
                    <a:pt x="386320" y="31615"/>
                    <a:pt x="382127" y="31615"/>
                  </a:cubicBezTo>
                  <a:lnTo>
                    <a:pt x="15808" y="31615"/>
                  </a:lnTo>
                  <a:cubicBezTo>
                    <a:pt x="11615" y="31615"/>
                    <a:pt x="7595" y="29950"/>
                    <a:pt x="4630" y="26985"/>
                  </a:cubicBezTo>
                  <a:cubicBezTo>
                    <a:pt x="1665" y="24021"/>
                    <a:pt x="0" y="20000"/>
                    <a:pt x="0" y="15808"/>
                  </a:cubicBezTo>
                  <a:lnTo>
                    <a:pt x="0" y="15808"/>
                  </a:lnTo>
                  <a:cubicBezTo>
                    <a:pt x="0" y="11615"/>
                    <a:pt x="1665" y="7595"/>
                    <a:pt x="4630" y="4630"/>
                  </a:cubicBezTo>
                  <a:cubicBezTo>
                    <a:pt x="7595" y="1665"/>
                    <a:pt x="11615" y="0"/>
                    <a:pt x="15808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6" name="TextBox 146"/>
            <p:cNvSpPr txBox="1"/>
            <p:nvPr/>
          </p:nvSpPr>
          <p:spPr>
            <a:xfrm>
              <a:off x="0" y="0"/>
              <a:ext cx="397935" cy="31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19"/>
                </a:lnSpc>
              </a:pPr>
              <a:endParaRPr/>
            </a:p>
          </p:txBody>
        </p:sp>
      </p:grpSp>
      <p:sp>
        <p:nvSpPr>
          <p:cNvPr id="147" name="Freeform 147"/>
          <p:cNvSpPr/>
          <p:nvPr/>
        </p:nvSpPr>
        <p:spPr>
          <a:xfrm>
            <a:off x="16085649" y="8611631"/>
            <a:ext cx="1292968" cy="953564"/>
          </a:xfrm>
          <a:custGeom>
            <a:avLst/>
            <a:gdLst/>
            <a:ahLst/>
            <a:cxnLst/>
            <a:rect l="l" t="t" r="r" b="b"/>
            <a:pathLst>
              <a:path w="1292968" h="953564">
                <a:moveTo>
                  <a:pt x="0" y="0"/>
                </a:moveTo>
                <a:lnTo>
                  <a:pt x="1292968" y="0"/>
                </a:lnTo>
                <a:lnTo>
                  <a:pt x="1292968" y="953564"/>
                </a:lnTo>
                <a:lnTo>
                  <a:pt x="0" y="9535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48" name="Group 148"/>
          <p:cNvGrpSpPr/>
          <p:nvPr/>
        </p:nvGrpSpPr>
        <p:grpSpPr>
          <a:xfrm>
            <a:off x="15720926" y="7986509"/>
            <a:ext cx="2010164" cy="159705"/>
            <a:chOff x="0" y="0"/>
            <a:chExt cx="397935" cy="31615"/>
          </a:xfrm>
        </p:grpSpPr>
        <p:sp>
          <p:nvSpPr>
            <p:cNvPr id="149" name="Freeform 149"/>
            <p:cNvSpPr/>
            <p:nvPr/>
          </p:nvSpPr>
          <p:spPr>
            <a:xfrm>
              <a:off x="0" y="0"/>
              <a:ext cx="397935" cy="31615"/>
            </a:xfrm>
            <a:custGeom>
              <a:avLst/>
              <a:gdLst/>
              <a:ahLst/>
              <a:cxnLst/>
              <a:rect l="l" t="t" r="r" b="b"/>
              <a:pathLst>
                <a:path w="397935" h="31615">
                  <a:moveTo>
                    <a:pt x="15808" y="0"/>
                  </a:moveTo>
                  <a:lnTo>
                    <a:pt x="382127" y="0"/>
                  </a:lnTo>
                  <a:cubicBezTo>
                    <a:pt x="390858" y="0"/>
                    <a:pt x="397935" y="7077"/>
                    <a:pt x="397935" y="15808"/>
                  </a:cubicBezTo>
                  <a:lnTo>
                    <a:pt x="397935" y="15808"/>
                  </a:lnTo>
                  <a:cubicBezTo>
                    <a:pt x="397935" y="20000"/>
                    <a:pt x="396270" y="24021"/>
                    <a:pt x="393305" y="26985"/>
                  </a:cubicBezTo>
                  <a:cubicBezTo>
                    <a:pt x="390341" y="29950"/>
                    <a:pt x="386320" y="31615"/>
                    <a:pt x="382127" y="31615"/>
                  </a:cubicBezTo>
                  <a:lnTo>
                    <a:pt x="15808" y="31615"/>
                  </a:lnTo>
                  <a:cubicBezTo>
                    <a:pt x="11615" y="31615"/>
                    <a:pt x="7595" y="29950"/>
                    <a:pt x="4630" y="26985"/>
                  </a:cubicBezTo>
                  <a:cubicBezTo>
                    <a:pt x="1665" y="24021"/>
                    <a:pt x="0" y="20000"/>
                    <a:pt x="0" y="15808"/>
                  </a:cubicBezTo>
                  <a:lnTo>
                    <a:pt x="0" y="15808"/>
                  </a:lnTo>
                  <a:cubicBezTo>
                    <a:pt x="0" y="11615"/>
                    <a:pt x="1665" y="7595"/>
                    <a:pt x="4630" y="4630"/>
                  </a:cubicBezTo>
                  <a:cubicBezTo>
                    <a:pt x="7595" y="1665"/>
                    <a:pt x="11615" y="0"/>
                    <a:pt x="15808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0" name="TextBox 150"/>
            <p:cNvSpPr txBox="1"/>
            <p:nvPr/>
          </p:nvSpPr>
          <p:spPr>
            <a:xfrm>
              <a:off x="0" y="0"/>
              <a:ext cx="397935" cy="31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19"/>
                </a:lnSpc>
              </a:pPr>
              <a:endParaRPr/>
            </a:p>
          </p:txBody>
        </p:sp>
      </p:grpSp>
      <p:grpSp>
        <p:nvGrpSpPr>
          <p:cNvPr id="151" name="Group 151"/>
          <p:cNvGrpSpPr/>
          <p:nvPr/>
        </p:nvGrpSpPr>
        <p:grpSpPr>
          <a:xfrm>
            <a:off x="15720926" y="8221449"/>
            <a:ext cx="2010164" cy="159705"/>
            <a:chOff x="0" y="0"/>
            <a:chExt cx="397935" cy="31615"/>
          </a:xfrm>
        </p:grpSpPr>
        <p:sp>
          <p:nvSpPr>
            <p:cNvPr id="152" name="Freeform 152"/>
            <p:cNvSpPr/>
            <p:nvPr/>
          </p:nvSpPr>
          <p:spPr>
            <a:xfrm>
              <a:off x="0" y="0"/>
              <a:ext cx="397935" cy="31615"/>
            </a:xfrm>
            <a:custGeom>
              <a:avLst/>
              <a:gdLst/>
              <a:ahLst/>
              <a:cxnLst/>
              <a:rect l="l" t="t" r="r" b="b"/>
              <a:pathLst>
                <a:path w="397935" h="31615">
                  <a:moveTo>
                    <a:pt x="15808" y="0"/>
                  </a:moveTo>
                  <a:lnTo>
                    <a:pt x="382127" y="0"/>
                  </a:lnTo>
                  <a:cubicBezTo>
                    <a:pt x="390858" y="0"/>
                    <a:pt x="397935" y="7077"/>
                    <a:pt x="397935" y="15808"/>
                  </a:cubicBezTo>
                  <a:lnTo>
                    <a:pt x="397935" y="15808"/>
                  </a:lnTo>
                  <a:cubicBezTo>
                    <a:pt x="397935" y="20000"/>
                    <a:pt x="396270" y="24021"/>
                    <a:pt x="393305" y="26985"/>
                  </a:cubicBezTo>
                  <a:cubicBezTo>
                    <a:pt x="390341" y="29950"/>
                    <a:pt x="386320" y="31615"/>
                    <a:pt x="382127" y="31615"/>
                  </a:cubicBezTo>
                  <a:lnTo>
                    <a:pt x="15808" y="31615"/>
                  </a:lnTo>
                  <a:cubicBezTo>
                    <a:pt x="11615" y="31615"/>
                    <a:pt x="7595" y="29950"/>
                    <a:pt x="4630" y="26985"/>
                  </a:cubicBezTo>
                  <a:cubicBezTo>
                    <a:pt x="1665" y="24021"/>
                    <a:pt x="0" y="20000"/>
                    <a:pt x="0" y="15808"/>
                  </a:cubicBezTo>
                  <a:lnTo>
                    <a:pt x="0" y="15808"/>
                  </a:lnTo>
                  <a:cubicBezTo>
                    <a:pt x="0" y="11615"/>
                    <a:pt x="1665" y="7595"/>
                    <a:pt x="4630" y="4630"/>
                  </a:cubicBezTo>
                  <a:cubicBezTo>
                    <a:pt x="7595" y="1665"/>
                    <a:pt x="11615" y="0"/>
                    <a:pt x="15808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3" name="TextBox 153"/>
            <p:cNvSpPr txBox="1"/>
            <p:nvPr/>
          </p:nvSpPr>
          <p:spPr>
            <a:xfrm>
              <a:off x="0" y="0"/>
              <a:ext cx="397935" cy="31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19"/>
                </a:lnSpc>
              </a:pPr>
              <a:endParaRPr/>
            </a:p>
          </p:txBody>
        </p:sp>
      </p:grpSp>
      <p:grpSp>
        <p:nvGrpSpPr>
          <p:cNvPr id="154" name="Group 154"/>
          <p:cNvGrpSpPr/>
          <p:nvPr/>
        </p:nvGrpSpPr>
        <p:grpSpPr>
          <a:xfrm>
            <a:off x="10564240" y="8227503"/>
            <a:ext cx="1474187" cy="153651"/>
            <a:chOff x="0" y="0"/>
            <a:chExt cx="303331" cy="31615"/>
          </a:xfrm>
        </p:grpSpPr>
        <p:sp>
          <p:nvSpPr>
            <p:cNvPr id="155" name="Freeform 155"/>
            <p:cNvSpPr/>
            <p:nvPr/>
          </p:nvSpPr>
          <p:spPr>
            <a:xfrm>
              <a:off x="0" y="0"/>
              <a:ext cx="303331" cy="31615"/>
            </a:xfrm>
            <a:custGeom>
              <a:avLst/>
              <a:gdLst/>
              <a:ahLst/>
              <a:cxnLst/>
              <a:rect l="l" t="t" r="r" b="b"/>
              <a:pathLst>
                <a:path w="303331" h="31615">
                  <a:moveTo>
                    <a:pt x="15808" y="0"/>
                  </a:moveTo>
                  <a:lnTo>
                    <a:pt x="287523" y="0"/>
                  </a:lnTo>
                  <a:cubicBezTo>
                    <a:pt x="296253" y="0"/>
                    <a:pt x="303331" y="7077"/>
                    <a:pt x="303331" y="15808"/>
                  </a:cubicBezTo>
                  <a:lnTo>
                    <a:pt x="303331" y="15808"/>
                  </a:lnTo>
                  <a:cubicBezTo>
                    <a:pt x="303331" y="20000"/>
                    <a:pt x="301665" y="24021"/>
                    <a:pt x="298701" y="26985"/>
                  </a:cubicBezTo>
                  <a:cubicBezTo>
                    <a:pt x="295736" y="29950"/>
                    <a:pt x="291715" y="31615"/>
                    <a:pt x="287523" y="31615"/>
                  </a:cubicBezTo>
                  <a:lnTo>
                    <a:pt x="15808" y="31615"/>
                  </a:lnTo>
                  <a:cubicBezTo>
                    <a:pt x="11615" y="31615"/>
                    <a:pt x="7595" y="29950"/>
                    <a:pt x="4630" y="26985"/>
                  </a:cubicBezTo>
                  <a:cubicBezTo>
                    <a:pt x="1665" y="24021"/>
                    <a:pt x="0" y="20000"/>
                    <a:pt x="0" y="15808"/>
                  </a:cubicBezTo>
                  <a:lnTo>
                    <a:pt x="0" y="15808"/>
                  </a:lnTo>
                  <a:cubicBezTo>
                    <a:pt x="0" y="11615"/>
                    <a:pt x="1665" y="7595"/>
                    <a:pt x="4630" y="4630"/>
                  </a:cubicBezTo>
                  <a:cubicBezTo>
                    <a:pt x="7595" y="1665"/>
                    <a:pt x="11615" y="0"/>
                    <a:pt x="15808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6" name="TextBox 156"/>
            <p:cNvSpPr txBox="1"/>
            <p:nvPr/>
          </p:nvSpPr>
          <p:spPr>
            <a:xfrm>
              <a:off x="0" y="0"/>
              <a:ext cx="303331" cy="31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19"/>
                </a:lnSpc>
              </a:pPr>
              <a:endParaRPr/>
            </a:p>
          </p:txBody>
        </p:sp>
      </p:grpSp>
      <p:sp>
        <p:nvSpPr>
          <p:cNvPr id="158" name="Freeform 158"/>
          <p:cNvSpPr/>
          <p:nvPr/>
        </p:nvSpPr>
        <p:spPr>
          <a:xfrm>
            <a:off x="12821932" y="1921568"/>
            <a:ext cx="5218442" cy="3797077"/>
          </a:xfrm>
          <a:custGeom>
            <a:avLst/>
            <a:gdLst/>
            <a:ahLst/>
            <a:cxnLst/>
            <a:rect l="l" t="t" r="r" b="b"/>
            <a:pathLst>
              <a:path w="1374404" h="1000053">
                <a:moveTo>
                  <a:pt x="29671" y="0"/>
                </a:moveTo>
                <a:lnTo>
                  <a:pt x="1344733" y="0"/>
                </a:lnTo>
                <a:cubicBezTo>
                  <a:pt x="1352602" y="0"/>
                  <a:pt x="1360149" y="3126"/>
                  <a:pt x="1365714" y="8691"/>
                </a:cubicBezTo>
                <a:cubicBezTo>
                  <a:pt x="1371278" y="14255"/>
                  <a:pt x="1374404" y="21802"/>
                  <a:pt x="1374404" y="29671"/>
                </a:cubicBezTo>
                <a:lnTo>
                  <a:pt x="1374404" y="970382"/>
                </a:lnTo>
                <a:cubicBezTo>
                  <a:pt x="1374404" y="978251"/>
                  <a:pt x="1371278" y="985798"/>
                  <a:pt x="1365714" y="991363"/>
                </a:cubicBezTo>
                <a:cubicBezTo>
                  <a:pt x="1360149" y="996927"/>
                  <a:pt x="1352602" y="1000053"/>
                  <a:pt x="1344733" y="1000053"/>
                </a:cubicBezTo>
                <a:lnTo>
                  <a:pt x="29671" y="1000053"/>
                </a:lnTo>
                <a:cubicBezTo>
                  <a:pt x="13284" y="1000053"/>
                  <a:pt x="0" y="986769"/>
                  <a:pt x="0" y="970382"/>
                </a:cubicBezTo>
                <a:lnTo>
                  <a:pt x="0" y="29671"/>
                </a:lnTo>
                <a:cubicBezTo>
                  <a:pt x="0" y="21802"/>
                  <a:pt x="3126" y="14255"/>
                  <a:pt x="8691" y="8691"/>
                </a:cubicBezTo>
                <a:cubicBezTo>
                  <a:pt x="14255" y="3126"/>
                  <a:pt x="21802" y="0"/>
                  <a:pt x="29671" y="0"/>
                </a:cubicBezTo>
                <a:close/>
              </a:path>
            </a:pathLst>
          </a:custGeom>
          <a:ln w="47625" cap="sq">
            <a:solidFill>
              <a:srgbClr val="C9CACA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160" name="Group 160"/>
          <p:cNvGrpSpPr/>
          <p:nvPr/>
        </p:nvGrpSpPr>
        <p:grpSpPr>
          <a:xfrm>
            <a:off x="15490313" y="3812344"/>
            <a:ext cx="2456554" cy="1518149"/>
            <a:chOff x="0" y="0"/>
            <a:chExt cx="691896" cy="427609"/>
          </a:xfrm>
        </p:grpSpPr>
        <p:sp>
          <p:nvSpPr>
            <p:cNvPr id="161" name="Freeform 161"/>
            <p:cNvSpPr/>
            <p:nvPr/>
          </p:nvSpPr>
          <p:spPr>
            <a:xfrm>
              <a:off x="0" y="0"/>
              <a:ext cx="691896" cy="427609"/>
            </a:xfrm>
            <a:custGeom>
              <a:avLst/>
              <a:gdLst/>
              <a:ahLst/>
              <a:cxnLst/>
              <a:rect l="l" t="t" r="r" b="b"/>
              <a:pathLst>
                <a:path w="691896" h="427609">
                  <a:moveTo>
                    <a:pt x="691896" y="63031"/>
                  </a:moveTo>
                  <a:lnTo>
                    <a:pt x="691896" y="364578"/>
                  </a:lnTo>
                  <a:cubicBezTo>
                    <a:pt x="691896" y="399389"/>
                    <a:pt x="663676" y="427609"/>
                    <a:pt x="628865" y="427609"/>
                  </a:cubicBezTo>
                  <a:lnTo>
                    <a:pt x="63031" y="427609"/>
                  </a:lnTo>
                  <a:cubicBezTo>
                    <a:pt x="28220" y="427609"/>
                    <a:pt x="0" y="399389"/>
                    <a:pt x="0" y="364578"/>
                  </a:cubicBezTo>
                  <a:lnTo>
                    <a:pt x="0" y="63031"/>
                  </a:lnTo>
                  <a:cubicBezTo>
                    <a:pt x="0" y="28220"/>
                    <a:pt x="28220" y="0"/>
                    <a:pt x="63031" y="0"/>
                  </a:cubicBezTo>
                  <a:lnTo>
                    <a:pt x="628865" y="0"/>
                  </a:lnTo>
                  <a:cubicBezTo>
                    <a:pt x="663676" y="0"/>
                    <a:pt x="691896" y="28220"/>
                    <a:pt x="691896" y="63031"/>
                  </a:cubicBezTo>
                  <a:close/>
                </a:path>
              </a:pathLst>
            </a:custGeom>
            <a:solidFill>
              <a:srgbClr val="609DEE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2" name="TextBox 162"/>
            <p:cNvSpPr txBox="1"/>
            <p:nvPr/>
          </p:nvSpPr>
          <p:spPr>
            <a:xfrm>
              <a:off x="0" y="0"/>
              <a:ext cx="691896" cy="427609"/>
            </a:xfrm>
            <a:prstGeom prst="rect">
              <a:avLst/>
            </a:prstGeom>
          </p:spPr>
          <p:txBody>
            <a:bodyPr lIns="47505" tIns="47505" rIns="47505" bIns="47505" rtlCol="0" anchor="ctr"/>
            <a:lstStyle/>
            <a:p>
              <a:pPr algn="ctr">
                <a:lnSpc>
                  <a:spcPts val="1919"/>
                </a:lnSpc>
              </a:pPr>
              <a:endParaRPr/>
            </a:p>
          </p:txBody>
        </p:sp>
      </p:grpSp>
      <p:sp>
        <p:nvSpPr>
          <p:cNvPr id="163" name="Freeform 163"/>
          <p:cNvSpPr/>
          <p:nvPr/>
        </p:nvSpPr>
        <p:spPr>
          <a:xfrm>
            <a:off x="15590163" y="4057630"/>
            <a:ext cx="998194" cy="1266767"/>
          </a:xfrm>
          <a:custGeom>
            <a:avLst/>
            <a:gdLst/>
            <a:ahLst/>
            <a:cxnLst/>
            <a:rect l="l" t="t" r="r" b="b"/>
            <a:pathLst>
              <a:path w="998194" h="1266767">
                <a:moveTo>
                  <a:pt x="0" y="0"/>
                </a:moveTo>
                <a:lnTo>
                  <a:pt x="998194" y="0"/>
                </a:lnTo>
                <a:lnTo>
                  <a:pt x="998194" y="1266767"/>
                </a:lnTo>
                <a:lnTo>
                  <a:pt x="0" y="126676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2690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4" name="TextBox 164"/>
          <p:cNvSpPr txBox="1"/>
          <p:nvPr/>
        </p:nvSpPr>
        <p:spPr>
          <a:xfrm>
            <a:off x="16723552" y="3881213"/>
            <a:ext cx="1058988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795"/>
              </a:lnSpc>
            </a:pPr>
            <a:r>
              <a:rPr lang="en-US" sz="1496" b="1" i="1">
                <a:solidFill>
                  <a:srgbClr val="FFFFFF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Gen Z</a:t>
            </a:r>
          </a:p>
          <a:p>
            <a:pPr algn="r">
              <a:lnSpc>
                <a:spcPts val="1795"/>
              </a:lnSpc>
            </a:pPr>
            <a:r>
              <a:rPr lang="en-US" sz="1496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(1997-2012)</a:t>
            </a:r>
          </a:p>
        </p:txBody>
      </p:sp>
      <p:grpSp>
        <p:nvGrpSpPr>
          <p:cNvPr id="165" name="Group 165"/>
          <p:cNvGrpSpPr/>
          <p:nvPr/>
        </p:nvGrpSpPr>
        <p:grpSpPr>
          <a:xfrm>
            <a:off x="17026507" y="4424370"/>
            <a:ext cx="1094535" cy="356003"/>
            <a:chOff x="0" y="0"/>
            <a:chExt cx="288273" cy="93762"/>
          </a:xfrm>
        </p:grpSpPr>
        <p:sp>
          <p:nvSpPr>
            <p:cNvPr id="166" name="Freeform 166"/>
            <p:cNvSpPr/>
            <p:nvPr/>
          </p:nvSpPr>
          <p:spPr>
            <a:xfrm>
              <a:off x="0" y="0"/>
              <a:ext cx="288273" cy="93762"/>
            </a:xfrm>
            <a:custGeom>
              <a:avLst/>
              <a:gdLst/>
              <a:ahLst/>
              <a:cxnLst/>
              <a:rect l="l" t="t" r="r" b="b"/>
              <a:pathLst>
                <a:path w="288273" h="93762">
                  <a:moveTo>
                    <a:pt x="46881" y="0"/>
                  </a:moveTo>
                  <a:lnTo>
                    <a:pt x="241391" y="0"/>
                  </a:lnTo>
                  <a:cubicBezTo>
                    <a:pt x="267283" y="0"/>
                    <a:pt x="288273" y="20989"/>
                    <a:pt x="288273" y="46881"/>
                  </a:cubicBezTo>
                  <a:lnTo>
                    <a:pt x="288273" y="46881"/>
                  </a:lnTo>
                  <a:cubicBezTo>
                    <a:pt x="288273" y="72773"/>
                    <a:pt x="267283" y="93762"/>
                    <a:pt x="241391" y="93762"/>
                  </a:cubicBezTo>
                  <a:lnTo>
                    <a:pt x="46881" y="93762"/>
                  </a:lnTo>
                  <a:cubicBezTo>
                    <a:pt x="20989" y="93762"/>
                    <a:pt x="0" y="72773"/>
                    <a:pt x="0" y="46881"/>
                  </a:cubicBezTo>
                  <a:lnTo>
                    <a:pt x="0" y="46881"/>
                  </a:lnTo>
                  <a:cubicBezTo>
                    <a:pt x="0" y="20989"/>
                    <a:pt x="20989" y="0"/>
                    <a:pt x="46881" y="0"/>
                  </a:cubicBezTo>
                  <a:close/>
                </a:path>
              </a:pathLst>
            </a:custGeom>
            <a:solidFill>
              <a:srgbClr val="FCFDFD">
                <a:alpha val="2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7" name="TextBox 167"/>
            <p:cNvSpPr txBox="1"/>
            <p:nvPr/>
          </p:nvSpPr>
          <p:spPr>
            <a:xfrm>
              <a:off x="0" y="0"/>
              <a:ext cx="288273" cy="937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19"/>
                </a:lnSpc>
              </a:pPr>
              <a:endParaRPr/>
            </a:p>
          </p:txBody>
        </p:sp>
      </p:grpSp>
      <p:grpSp>
        <p:nvGrpSpPr>
          <p:cNvPr id="170" name="Group 170"/>
          <p:cNvGrpSpPr/>
          <p:nvPr/>
        </p:nvGrpSpPr>
        <p:grpSpPr>
          <a:xfrm>
            <a:off x="15490313" y="2227965"/>
            <a:ext cx="2456554" cy="1517035"/>
            <a:chOff x="0" y="0"/>
            <a:chExt cx="691865" cy="427259"/>
          </a:xfrm>
        </p:grpSpPr>
        <p:sp>
          <p:nvSpPr>
            <p:cNvPr id="171" name="Freeform 171"/>
            <p:cNvSpPr/>
            <p:nvPr/>
          </p:nvSpPr>
          <p:spPr>
            <a:xfrm>
              <a:off x="0" y="0"/>
              <a:ext cx="691865" cy="427259"/>
            </a:xfrm>
            <a:custGeom>
              <a:avLst/>
              <a:gdLst/>
              <a:ahLst/>
              <a:cxnLst/>
              <a:rect l="l" t="t" r="r" b="b"/>
              <a:pathLst>
                <a:path w="691865" h="427259">
                  <a:moveTo>
                    <a:pt x="63031" y="0"/>
                  </a:moveTo>
                  <a:lnTo>
                    <a:pt x="628834" y="0"/>
                  </a:lnTo>
                  <a:cubicBezTo>
                    <a:pt x="663645" y="0"/>
                    <a:pt x="691865" y="28220"/>
                    <a:pt x="691865" y="63031"/>
                  </a:cubicBezTo>
                  <a:lnTo>
                    <a:pt x="691865" y="364228"/>
                  </a:lnTo>
                  <a:cubicBezTo>
                    <a:pt x="691865" y="399039"/>
                    <a:pt x="663645" y="427259"/>
                    <a:pt x="628834" y="427259"/>
                  </a:cubicBezTo>
                  <a:lnTo>
                    <a:pt x="63031" y="427259"/>
                  </a:lnTo>
                  <a:cubicBezTo>
                    <a:pt x="28220" y="427259"/>
                    <a:pt x="0" y="399039"/>
                    <a:pt x="0" y="364228"/>
                  </a:cubicBezTo>
                  <a:lnTo>
                    <a:pt x="0" y="63031"/>
                  </a:lnTo>
                  <a:cubicBezTo>
                    <a:pt x="0" y="28220"/>
                    <a:pt x="28220" y="0"/>
                    <a:pt x="63031" y="0"/>
                  </a:cubicBezTo>
                  <a:close/>
                </a:path>
              </a:pathLst>
            </a:custGeom>
            <a:solidFill>
              <a:srgbClr val="E7457B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2" name="TextBox 172"/>
            <p:cNvSpPr txBox="1"/>
            <p:nvPr/>
          </p:nvSpPr>
          <p:spPr>
            <a:xfrm>
              <a:off x="0" y="0"/>
              <a:ext cx="691865" cy="427259"/>
            </a:xfrm>
            <a:prstGeom prst="rect">
              <a:avLst/>
            </a:prstGeom>
          </p:spPr>
          <p:txBody>
            <a:bodyPr lIns="47505" tIns="47505" rIns="47505" bIns="47505" rtlCol="0" anchor="ctr"/>
            <a:lstStyle/>
            <a:p>
              <a:pPr algn="ctr">
                <a:lnSpc>
                  <a:spcPts val="1919"/>
                </a:lnSpc>
              </a:pPr>
              <a:endParaRPr/>
            </a:p>
          </p:txBody>
        </p:sp>
      </p:grpSp>
      <p:sp>
        <p:nvSpPr>
          <p:cNvPr id="173" name="Freeform 173"/>
          <p:cNvSpPr/>
          <p:nvPr/>
        </p:nvSpPr>
        <p:spPr>
          <a:xfrm>
            <a:off x="15575519" y="2499728"/>
            <a:ext cx="767870" cy="1245272"/>
          </a:xfrm>
          <a:custGeom>
            <a:avLst/>
            <a:gdLst/>
            <a:ahLst/>
            <a:cxnLst/>
            <a:rect l="l" t="t" r="r" b="b"/>
            <a:pathLst>
              <a:path w="767870" h="1245272">
                <a:moveTo>
                  <a:pt x="0" y="0"/>
                </a:moveTo>
                <a:lnTo>
                  <a:pt x="767870" y="0"/>
                </a:lnTo>
                <a:lnTo>
                  <a:pt x="767870" y="1245272"/>
                </a:lnTo>
                <a:lnTo>
                  <a:pt x="0" y="124527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04497" r="-96924" b="-8586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4" name="TextBox 174"/>
          <p:cNvSpPr txBox="1"/>
          <p:nvPr/>
        </p:nvSpPr>
        <p:spPr>
          <a:xfrm>
            <a:off x="16723552" y="2346652"/>
            <a:ext cx="1058988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795"/>
              </a:lnSpc>
            </a:pPr>
            <a:r>
              <a:rPr lang="en-US" sz="1496" b="1" i="1">
                <a:solidFill>
                  <a:srgbClr val="FCFDFD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Gen Y</a:t>
            </a:r>
            <a:r>
              <a:rPr lang="en-US" sz="1496" b="1">
                <a:solidFill>
                  <a:srgbClr val="FCFD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</a:p>
          <a:p>
            <a:pPr algn="r">
              <a:lnSpc>
                <a:spcPts val="1795"/>
              </a:lnSpc>
            </a:pPr>
            <a:r>
              <a:rPr lang="en-US" sz="1496" b="1">
                <a:solidFill>
                  <a:srgbClr val="FCFD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(1981-1996)</a:t>
            </a:r>
          </a:p>
        </p:txBody>
      </p:sp>
      <p:grpSp>
        <p:nvGrpSpPr>
          <p:cNvPr id="175" name="Group 175"/>
          <p:cNvGrpSpPr/>
          <p:nvPr/>
        </p:nvGrpSpPr>
        <p:grpSpPr>
          <a:xfrm>
            <a:off x="16897072" y="2944362"/>
            <a:ext cx="1165565" cy="356003"/>
            <a:chOff x="0" y="0"/>
            <a:chExt cx="306980" cy="93762"/>
          </a:xfrm>
        </p:grpSpPr>
        <p:sp>
          <p:nvSpPr>
            <p:cNvPr id="176" name="Freeform 176"/>
            <p:cNvSpPr/>
            <p:nvPr/>
          </p:nvSpPr>
          <p:spPr>
            <a:xfrm>
              <a:off x="0" y="0"/>
              <a:ext cx="306980" cy="93762"/>
            </a:xfrm>
            <a:custGeom>
              <a:avLst/>
              <a:gdLst/>
              <a:ahLst/>
              <a:cxnLst/>
              <a:rect l="l" t="t" r="r" b="b"/>
              <a:pathLst>
                <a:path w="306980" h="93762">
                  <a:moveTo>
                    <a:pt x="46881" y="0"/>
                  </a:moveTo>
                  <a:lnTo>
                    <a:pt x="260099" y="0"/>
                  </a:lnTo>
                  <a:cubicBezTo>
                    <a:pt x="285991" y="0"/>
                    <a:pt x="306980" y="20989"/>
                    <a:pt x="306980" y="46881"/>
                  </a:cubicBezTo>
                  <a:lnTo>
                    <a:pt x="306980" y="46881"/>
                  </a:lnTo>
                  <a:cubicBezTo>
                    <a:pt x="306980" y="72773"/>
                    <a:pt x="285991" y="93762"/>
                    <a:pt x="260099" y="93762"/>
                  </a:cubicBezTo>
                  <a:lnTo>
                    <a:pt x="46881" y="93762"/>
                  </a:lnTo>
                  <a:cubicBezTo>
                    <a:pt x="20989" y="93762"/>
                    <a:pt x="0" y="72773"/>
                    <a:pt x="0" y="46881"/>
                  </a:cubicBezTo>
                  <a:lnTo>
                    <a:pt x="0" y="46881"/>
                  </a:lnTo>
                  <a:cubicBezTo>
                    <a:pt x="0" y="20989"/>
                    <a:pt x="20989" y="0"/>
                    <a:pt x="46881" y="0"/>
                  </a:cubicBezTo>
                  <a:close/>
                </a:path>
              </a:pathLst>
            </a:custGeom>
            <a:solidFill>
              <a:srgbClr val="FCFDFD">
                <a:alpha val="2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7" name="TextBox 177"/>
            <p:cNvSpPr txBox="1"/>
            <p:nvPr/>
          </p:nvSpPr>
          <p:spPr>
            <a:xfrm>
              <a:off x="0" y="0"/>
              <a:ext cx="306980" cy="937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19"/>
                </a:lnSpc>
              </a:pPr>
              <a:endParaRPr/>
            </a:p>
          </p:txBody>
        </p:sp>
      </p:grpSp>
      <p:grpSp>
        <p:nvGrpSpPr>
          <p:cNvPr id="180" name="Group 180"/>
          <p:cNvGrpSpPr/>
          <p:nvPr/>
        </p:nvGrpSpPr>
        <p:grpSpPr>
          <a:xfrm>
            <a:off x="12910347" y="2226861"/>
            <a:ext cx="2456554" cy="1518139"/>
            <a:chOff x="0" y="0"/>
            <a:chExt cx="691865" cy="427569"/>
          </a:xfrm>
        </p:grpSpPr>
        <p:sp>
          <p:nvSpPr>
            <p:cNvPr id="181" name="Freeform 181"/>
            <p:cNvSpPr/>
            <p:nvPr/>
          </p:nvSpPr>
          <p:spPr>
            <a:xfrm>
              <a:off x="0" y="0"/>
              <a:ext cx="691865" cy="427569"/>
            </a:xfrm>
            <a:custGeom>
              <a:avLst/>
              <a:gdLst/>
              <a:ahLst/>
              <a:cxnLst/>
              <a:rect l="l" t="t" r="r" b="b"/>
              <a:pathLst>
                <a:path w="691865" h="427569">
                  <a:moveTo>
                    <a:pt x="63031" y="0"/>
                  </a:moveTo>
                  <a:lnTo>
                    <a:pt x="628834" y="0"/>
                  </a:lnTo>
                  <a:cubicBezTo>
                    <a:pt x="663645" y="0"/>
                    <a:pt x="691865" y="28220"/>
                    <a:pt x="691865" y="63031"/>
                  </a:cubicBezTo>
                  <a:lnTo>
                    <a:pt x="691865" y="364539"/>
                  </a:lnTo>
                  <a:cubicBezTo>
                    <a:pt x="691865" y="381256"/>
                    <a:pt x="685225" y="397288"/>
                    <a:pt x="673404" y="409108"/>
                  </a:cubicBezTo>
                  <a:cubicBezTo>
                    <a:pt x="661583" y="420929"/>
                    <a:pt x="645551" y="427569"/>
                    <a:pt x="628834" y="427569"/>
                  </a:cubicBezTo>
                  <a:lnTo>
                    <a:pt x="63031" y="427569"/>
                  </a:lnTo>
                  <a:cubicBezTo>
                    <a:pt x="28220" y="427569"/>
                    <a:pt x="0" y="399350"/>
                    <a:pt x="0" y="364539"/>
                  </a:cubicBezTo>
                  <a:lnTo>
                    <a:pt x="0" y="63031"/>
                  </a:lnTo>
                  <a:cubicBezTo>
                    <a:pt x="0" y="28220"/>
                    <a:pt x="28220" y="0"/>
                    <a:pt x="63031" y="0"/>
                  </a:cubicBezTo>
                  <a:close/>
                </a:path>
              </a:pathLst>
            </a:custGeom>
            <a:solidFill>
              <a:srgbClr val="609DE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2" name="TextBox 182"/>
            <p:cNvSpPr txBox="1"/>
            <p:nvPr/>
          </p:nvSpPr>
          <p:spPr>
            <a:xfrm>
              <a:off x="0" y="0"/>
              <a:ext cx="691865" cy="427569"/>
            </a:xfrm>
            <a:prstGeom prst="rect">
              <a:avLst/>
            </a:prstGeom>
          </p:spPr>
          <p:txBody>
            <a:bodyPr lIns="47505" tIns="47505" rIns="47505" bIns="47505" rtlCol="0" anchor="ctr"/>
            <a:lstStyle/>
            <a:p>
              <a:pPr algn="ctr">
                <a:lnSpc>
                  <a:spcPts val="1919"/>
                </a:lnSpc>
              </a:pPr>
              <a:endParaRPr/>
            </a:p>
          </p:txBody>
        </p:sp>
      </p:grpSp>
      <p:sp>
        <p:nvSpPr>
          <p:cNvPr id="183" name="Freeform 183"/>
          <p:cNvSpPr/>
          <p:nvPr/>
        </p:nvSpPr>
        <p:spPr>
          <a:xfrm>
            <a:off x="12921568" y="2404801"/>
            <a:ext cx="1108950" cy="1340199"/>
          </a:xfrm>
          <a:custGeom>
            <a:avLst/>
            <a:gdLst/>
            <a:ahLst/>
            <a:cxnLst/>
            <a:rect l="l" t="t" r="r" b="b"/>
            <a:pathLst>
              <a:path w="1108950" h="1340199">
                <a:moveTo>
                  <a:pt x="0" y="0"/>
                </a:moveTo>
                <a:lnTo>
                  <a:pt x="1108949" y="0"/>
                </a:lnTo>
                <a:lnTo>
                  <a:pt x="1108949" y="1340199"/>
                </a:lnTo>
                <a:lnTo>
                  <a:pt x="0" y="134019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2952" b="-278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4" name="TextBox 184"/>
          <p:cNvSpPr txBox="1"/>
          <p:nvPr/>
        </p:nvSpPr>
        <p:spPr>
          <a:xfrm>
            <a:off x="13655420" y="2346652"/>
            <a:ext cx="1530639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795"/>
              </a:lnSpc>
            </a:pPr>
            <a:r>
              <a:rPr lang="en-US" sz="1496" b="1" i="1">
                <a:solidFill>
                  <a:srgbClr val="FFFFFF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Baby Boomers</a:t>
            </a:r>
            <a:r>
              <a:rPr lang="en-US" sz="1496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(1946-1964)</a:t>
            </a:r>
          </a:p>
        </p:txBody>
      </p:sp>
      <p:grpSp>
        <p:nvGrpSpPr>
          <p:cNvPr id="185" name="Group 185"/>
          <p:cNvGrpSpPr/>
          <p:nvPr/>
        </p:nvGrpSpPr>
        <p:grpSpPr>
          <a:xfrm>
            <a:off x="14468667" y="2933347"/>
            <a:ext cx="1021646" cy="356003"/>
            <a:chOff x="0" y="0"/>
            <a:chExt cx="269075" cy="93762"/>
          </a:xfrm>
        </p:grpSpPr>
        <p:sp>
          <p:nvSpPr>
            <p:cNvPr id="186" name="Freeform 186"/>
            <p:cNvSpPr/>
            <p:nvPr/>
          </p:nvSpPr>
          <p:spPr>
            <a:xfrm>
              <a:off x="0" y="0"/>
              <a:ext cx="269075" cy="93762"/>
            </a:xfrm>
            <a:custGeom>
              <a:avLst/>
              <a:gdLst/>
              <a:ahLst/>
              <a:cxnLst/>
              <a:rect l="l" t="t" r="r" b="b"/>
              <a:pathLst>
                <a:path w="269075" h="93762">
                  <a:moveTo>
                    <a:pt x="46881" y="0"/>
                  </a:moveTo>
                  <a:lnTo>
                    <a:pt x="222194" y="0"/>
                  </a:lnTo>
                  <a:cubicBezTo>
                    <a:pt x="248086" y="0"/>
                    <a:pt x="269075" y="20989"/>
                    <a:pt x="269075" y="46881"/>
                  </a:cubicBezTo>
                  <a:lnTo>
                    <a:pt x="269075" y="46881"/>
                  </a:lnTo>
                  <a:cubicBezTo>
                    <a:pt x="269075" y="72773"/>
                    <a:pt x="248086" y="93762"/>
                    <a:pt x="222194" y="93762"/>
                  </a:cubicBezTo>
                  <a:lnTo>
                    <a:pt x="46881" y="93762"/>
                  </a:lnTo>
                  <a:cubicBezTo>
                    <a:pt x="20989" y="93762"/>
                    <a:pt x="0" y="72773"/>
                    <a:pt x="0" y="46881"/>
                  </a:cubicBezTo>
                  <a:lnTo>
                    <a:pt x="0" y="46881"/>
                  </a:lnTo>
                  <a:cubicBezTo>
                    <a:pt x="0" y="20989"/>
                    <a:pt x="20989" y="0"/>
                    <a:pt x="46881" y="0"/>
                  </a:cubicBezTo>
                  <a:close/>
                </a:path>
              </a:pathLst>
            </a:custGeom>
            <a:solidFill>
              <a:srgbClr val="FCFDFD">
                <a:alpha val="2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7" name="TextBox 187"/>
            <p:cNvSpPr txBox="1"/>
            <p:nvPr/>
          </p:nvSpPr>
          <p:spPr>
            <a:xfrm>
              <a:off x="0" y="0"/>
              <a:ext cx="269075" cy="937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19"/>
                </a:lnSpc>
              </a:pPr>
              <a:endParaRPr/>
            </a:p>
          </p:txBody>
        </p:sp>
      </p:grpSp>
      <p:grpSp>
        <p:nvGrpSpPr>
          <p:cNvPr id="190" name="Group 190"/>
          <p:cNvGrpSpPr/>
          <p:nvPr/>
        </p:nvGrpSpPr>
        <p:grpSpPr>
          <a:xfrm>
            <a:off x="12913560" y="3818440"/>
            <a:ext cx="2456554" cy="1512053"/>
            <a:chOff x="0" y="0"/>
            <a:chExt cx="691865" cy="425855"/>
          </a:xfrm>
        </p:grpSpPr>
        <p:sp>
          <p:nvSpPr>
            <p:cNvPr id="191" name="Freeform 191"/>
            <p:cNvSpPr/>
            <p:nvPr/>
          </p:nvSpPr>
          <p:spPr>
            <a:xfrm>
              <a:off x="0" y="0"/>
              <a:ext cx="691865" cy="425855"/>
            </a:xfrm>
            <a:custGeom>
              <a:avLst/>
              <a:gdLst/>
              <a:ahLst/>
              <a:cxnLst/>
              <a:rect l="l" t="t" r="r" b="b"/>
              <a:pathLst>
                <a:path w="691865" h="425855">
                  <a:moveTo>
                    <a:pt x="63031" y="0"/>
                  </a:moveTo>
                  <a:lnTo>
                    <a:pt x="628834" y="0"/>
                  </a:lnTo>
                  <a:cubicBezTo>
                    <a:pt x="663645" y="0"/>
                    <a:pt x="691865" y="28220"/>
                    <a:pt x="691865" y="63031"/>
                  </a:cubicBezTo>
                  <a:lnTo>
                    <a:pt x="691865" y="362825"/>
                  </a:lnTo>
                  <a:cubicBezTo>
                    <a:pt x="691865" y="397635"/>
                    <a:pt x="663645" y="425855"/>
                    <a:pt x="628834" y="425855"/>
                  </a:cubicBezTo>
                  <a:lnTo>
                    <a:pt x="63031" y="425855"/>
                  </a:lnTo>
                  <a:cubicBezTo>
                    <a:pt x="28220" y="425855"/>
                    <a:pt x="0" y="397635"/>
                    <a:pt x="0" y="362825"/>
                  </a:cubicBezTo>
                  <a:lnTo>
                    <a:pt x="0" y="63031"/>
                  </a:lnTo>
                  <a:cubicBezTo>
                    <a:pt x="0" y="28220"/>
                    <a:pt x="28220" y="0"/>
                    <a:pt x="63031" y="0"/>
                  </a:cubicBezTo>
                  <a:close/>
                </a:path>
              </a:pathLst>
            </a:custGeom>
            <a:solidFill>
              <a:srgbClr val="E7457B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2" name="TextBox 192"/>
            <p:cNvSpPr txBox="1"/>
            <p:nvPr/>
          </p:nvSpPr>
          <p:spPr>
            <a:xfrm>
              <a:off x="0" y="0"/>
              <a:ext cx="691865" cy="425855"/>
            </a:xfrm>
            <a:prstGeom prst="rect">
              <a:avLst/>
            </a:prstGeom>
          </p:spPr>
          <p:txBody>
            <a:bodyPr lIns="47505" tIns="47505" rIns="47505" bIns="47505" rtlCol="0" anchor="ctr"/>
            <a:lstStyle/>
            <a:p>
              <a:pPr algn="ctr">
                <a:lnSpc>
                  <a:spcPts val="1919"/>
                </a:lnSpc>
              </a:pPr>
              <a:endParaRPr/>
            </a:p>
          </p:txBody>
        </p:sp>
      </p:grpSp>
      <p:sp>
        <p:nvSpPr>
          <p:cNvPr id="193" name="Freeform 193"/>
          <p:cNvSpPr/>
          <p:nvPr/>
        </p:nvSpPr>
        <p:spPr>
          <a:xfrm>
            <a:off x="12942135" y="4014738"/>
            <a:ext cx="958343" cy="1307182"/>
          </a:xfrm>
          <a:custGeom>
            <a:avLst/>
            <a:gdLst/>
            <a:ahLst/>
            <a:cxnLst/>
            <a:rect l="l" t="t" r="r" b="b"/>
            <a:pathLst>
              <a:path w="958343" h="1307182">
                <a:moveTo>
                  <a:pt x="0" y="0"/>
                </a:moveTo>
                <a:lnTo>
                  <a:pt x="958343" y="0"/>
                </a:lnTo>
                <a:lnTo>
                  <a:pt x="958343" y="1307182"/>
                </a:lnTo>
                <a:lnTo>
                  <a:pt x="0" y="130718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b="-10039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94" name="Group 194"/>
          <p:cNvGrpSpPr/>
          <p:nvPr/>
        </p:nvGrpSpPr>
        <p:grpSpPr>
          <a:xfrm>
            <a:off x="14395778" y="4415806"/>
            <a:ext cx="1094535" cy="356003"/>
            <a:chOff x="0" y="0"/>
            <a:chExt cx="288273" cy="93762"/>
          </a:xfrm>
        </p:grpSpPr>
        <p:sp>
          <p:nvSpPr>
            <p:cNvPr id="195" name="Freeform 195"/>
            <p:cNvSpPr/>
            <p:nvPr/>
          </p:nvSpPr>
          <p:spPr>
            <a:xfrm>
              <a:off x="0" y="0"/>
              <a:ext cx="288273" cy="93762"/>
            </a:xfrm>
            <a:custGeom>
              <a:avLst/>
              <a:gdLst/>
              <a:ahLst/>
              <a:cxnLst/>
              <a:rect l="l" t="t" r="r" b="b"/>
              <a:pathLst>
                <a:path w="288273" h="93762">
                  <a:moveTo>
                    <a:pt x="46881" y="0"/>
                  </a:moveTo>
                  <a:lnTo>
                    <a:pt x="241391" y="0"/>
                  </a:lnTo>
                  <a:cubicBezTo>
                    <a:pt x="267283" y="0"/>
                    <a:pt x="288273" y="20989"/>
                    <a:pt x="288273" y="46881"/>
                  </a:cubicBezTo>
                  <a:lnTo>
                    <a:pt x="288273" y="46881"/>
                  </a:lnTo>
                  <a:cubicBezTo>
                    <a:pt x="288273" y="72773"/>
                    <a:pt x="267283" y="93762"/>
                    <a:pt x="241391" y="93762"/>
                  </a:cubicBezTo>
                  <a:lnTo>
                    <a:pt x="46881" y="93762"/>
                  </a:lnTo>
                  <a:cubicBezTo>
                    <a:pt x="20989" y="93762"/>
                    <a:pt x="0" y="72773"/>
                    <a:pt x="0" y="46881"/>
                  </a:cubicBezTo>
                  <a:lnTo>
                    <a:pt x="0" y="46881"/>
                  </a:lnTo>
                  <a:cubicBezTo>
                    <a:pt x="0" y="20989"/>
                    <a:pt x="20989" y="0"/>
                    <a:pt x="46881" y="0"/>
                  </a:cubicBezTo>
                  <a:close/>
                </a:path>
              </a:pathLst>
            </a:custGeom>
            <a:solidFill>
              <a:srgbClr val="FCFDFD">
                <a:alpha val="29804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6" name="TextBox 196"/>
            <p:cNvSpPr txBox="1"/>
            <p:nvPr/>
          </p:nvSpPr>
          <p:spPr>
            <a:xfrm>
              <a:off x="0" y="0"/>
              <a:ext cx="288273" cy="937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19"/>
                </a:lnSpc>
              </a:pPr>
              <a:endParaRPr/>
            </a:p>
          </p:txBody>
        </p:sp>
      </p:grpSp>
      <p:sp>
        <p:nvSpPr>
          <p:cNvPr id="199" name="TextBox 199"/>
          <p:cNvSpPr txBox="1"/>
          <p:nvPr/>
        </p:nvSpPr>
        <p:spPr>
          <a:xfrm>
            <a:off x="13900478" y="3881213"/>
            <a:ext cx="1357962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795"/>
              </a:lnSpc>
            </a:pPr>
            <a:r>
              <a:rPr lang="en-US" sz="1496" b="1" i="1">
                <a:solidFill>
                  <a:srgbClr val="FFFFFF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Gen X</a:t>
            </a:r>
            <a:r>
              <a:rPr lang="en-US" sz="1496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</a:p>
          <a:p>
            <a:pPr algn="r">
              <a:lnSpc>
                <a:spcPts val="1795"/>
              </a:lnSpc>
            </a:pPr>
            <a:r>
              <a:rPr lang="en-US" sz="1496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(1965-1980)</a:t>
            </a:r>
          </a:p>
        </p:txBody>
      </p:sp>
      <p:sp>
        <p:nvSpPr>
          <p:cNvPr id="200" name="Freeform 200"/>
          <p:cNvSpPr/>
          <p:nvPr/>
        </p:nvSpPr>
        <p:spPr>
          <a:xfrm>
            <a:off x="382874" y="876729"/>
            <a:ext cx="1878328" cy="925076"/>
          </a:xfrm>
          <a:custGeom>
            <a:avLst/>
            <a:gdLst/>
            <a:ahLst/>
            <a:cxnLst/>
            <a:rect l="l" t="t" r="r" b="b"/>
            <a:pathLst>
              <a:path w="1878328" h="925076">
                <a:moveTo>
                  <a:pt x="0" y="0"/>
                </a:moveTo>
                <a:lnTo>
                  <a:pt x="1878328" y="0"/>
                </a:lnTo>
                <a:lnTo>
                  <a:pt x="1878328" y="925076"/>
                </a:lnTo>
                <a:lnTo>
                  <a:pt x="0" y="92507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2" name="Freeform 202"/>
          <p:cNvSpPr/>
          <p:nvPr/>
        </p:nvSpPr>
        <p:spPr>
          <a:xfrm>
            <a:off x="6778874" y="1921568"/>
            <a:ext cx="5906102" cy="3792733"/>
          </a:xfrm>
          <a:custGeom>
            <a:avLst/>
            <a:gdLst/>
            <a:ahLst/>
            <a:cxnLst/>
            <a:rect l="l" t="t" r="r" b="b"/>
            <a:pathLst>
              <a:path w="1555516" h="998909">
                <a:moveTo>
                  <a:pt x="34082" y="0"/>
                </a:moveTo>
                <a:lnTo>
                  <a:pt x="1521435" y="0"/>
                </a:lnTo>
                <a:cubicBezTo>
                  <a:pt x="1530474" y="0"/>
                  <a:pt x="1539143" y="3591"/>
                  <a:pt x="1545534" y="9982"/>
                </a:cubicBezTo>
                <a:cubicBezTo>
                  <a:pt x="1551926" y="16374"/>
                  <a:pt x="1555516" y="25043"/>
                  <a:pt x="1555516" y="34082"/>
                </a:cubicBezTo>
                <a:lnTo>
                  <a:pt x="1555516" y="964827"/>
                </a:lnTo>
                <a:cubicBezTo>
                  <a:pt x="1555516" y="973866"/>
                  <a:pt x="1551926" y="982535"/>
                  <a:pt x="1545534" y="988927"/>
                </a:cubicBezTo>
                <a:cubicBezTo>
                  <a:pt x="1539143" y="995318"/>
                  <a:pt x="1530474" y="998909"/>
                  <a:pt x="1521435" y="998909"/>
                </a:cubicBezTo>
                <a:lnTo>
                  <a:pt x="34082" y="998909"/>
                </a:lnTo>
                <a:cubicBezTo>
                  <a:pt x="15259" y="998909"/>
                  <a:pt x="0" y="983650"/>
                  <a:pt x="0" y="964827"/>
                </a:cubicBezTo>
                <a:lnTo>
                  <a:pt x="0" y="34082"/>
                </a:lnTo>
                <a:cubicBezTo>
                  <a:pt x="0" y="25043"/>
                  <a:pt x="3591" y="16374"/>
                  <a:pt x="9982" y="9982"/>
                </a:cubicBezTo>
                <a:cubicBezTo>
                  <a:pt x="16374" y="3591"/>
                  <a:pt x="25043" y="0"/>
                  <a:pt x="34082" y="0"/>
                </a:cubicBezTo>
                <a:close/>
              </a:path>
            </a:pathLst>
          </a:custGeom>
          <a:ln w="47625" cap="rnd">
            <a:solidFill>
              <a:srgbClr val="C9CACA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grpSp>
        <p:nvGrpSpPr>
          <p:cNvPr id="204" name="Group 204"/>
          <p:cNvGrpSpPr/>
          <p:nvPr/>
        </p:nvGrpSpPr>
        <p:grpSpPr>
          <a:xfrm>
            <a:off x="7010499" y="5047646"/>
            <a:ext cx="5442852" cy="494738"/>
            <a:chOff x="0" y="0"/>
            <a:chExt cx="7257136" cy="659651"/>
          </a:xfrm>
        </p:grpSpPr>
        <p:sp>
          <p:nvSpPr>
            <p:cNvPr id="205" name="Freeform 205"/>
            <p:cNvSpPr/>
            <p:nvPr/>
          </p:nvSpPr>
          <p:spPr>
            <a:xfrm>
              <a:off x="0" y="0"/>
              <a:ext cx="7257161" cy="659638"/>
            </a:xfrm>
            <a:custGeom>
              <a:avLst/>
              <a:gdLst/>
              <a:ahLst/>
              <a:cxnLst/>
              <a:rect l="l" t="t" r="r" b="b"/>
              <a:pathLst>
                <a:path w="7257161" h="659638">
                  <a:moveTo>
                    <a:pt x="0" y="109982"/>
                  </a:moveTo>
                  <a:cubicBezTo>
                    <a:pt x="0" y="49276"/>
                    <a:pt x="49276" y="0"/>
                    <a:pt x="109982" y="0"/>
                  </a:cubicBezTo>
                  <a:lnTo>
                    <a:pt x="7147179" y="0"/>
                  </a:lnTo>
                  <a:cubicBezTo>
                    <a:pt x="7207886" y="0"/>
                    <a:pt x="7257161" y="49276"/>
                    <a:pt x="7257161" y="109982"/>
                  </a:cubicBezTo>
                  <a:lnTo>
                    <a:pt x="7257161" y="549656"/>
                  </a:lnTo>
                  <a:cubicBezTo>
                    <a:pt x="7257161" y="610362"/>
                    <a:pt x="7207886" y="659638"/>
                    <a:pt x="7147179" y="659638"/>
                  </a:cubicBezTo>
                  <a:lnTo>
                    <a:pt x="109982" y="659638"/>
                  </a:lnTo>
                  <a:cubicBezTo>
                    <a:pt x="49276" y="659638"/>
                    <a:pt x="0" y="610489"/>
                    <a:pt x="0" y="549656"/>
                  </a:cubicBezTo>
                  <a:close/>
                </a:path>
              </a:pathLst>
            </a:custGeom>
            <a:solidFill>
              <a:srgbClr val="C9CACA">
                <a:alpha val="27843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6" name="Group 206"/>
          <p:cNvGrpSpPr/>
          <p:nvPr/>
        </p:nvGrpSpPr>
        <p:grpSpPr>
          <a:xfrm>
            <a:off x="7010499" y="4479489"/>
            <a:ext cx="5442852" cy="494738"/>
            <a:chOff x="0" y="0"/>
            <a:chExt cx="7257136" cy="659651"/>
          </a:xfrm>
        </p:grpSpPr>
        <p:sp>
          <p:nvSpPr>
            <p:cNvPr id="207" name="Freeform 207"/>
            <p:cNvSpPr/>
            <p:nvPr/>
          </p:nvSpPr>
          <p:spPr>
            <a:xfrm>
              <a:off x="0" y="0"/>
              <a:ext cx="7257161" cy="659638"/>
            </a:xfrm>
            <a:custGeom>
              <a:avLst/>
              <a:gdLst/>
              <a:ahLst/>
              <a:cxnLst/>
              <a:rect l="l" t="t" r="r" b="b"/>
              <a:pathLst>
                <a:path w="7257161" h="659638">
                  <a:moveTo>
                    <a:pt x="0" y="109982"/>
                  </a:moveTo>
                  <a:cubicBezTo>
                    <a:pt x="0" y="49276"/>
                    <a:pt x="49276" y="0"/>
                    <a:pt x="109982" y="0"/>
                  </a:cubicBezTo>
                  <a:lnTo>
                    <a:pt x="7147179" y="0"/>
                  </a:lnTo>
                  <a:cubicBezTo>
                    <a:pt x="7207886" y="0"/>
                    <a:pt x="7257161" y="49276"/>
                    <a:pt x="7257161" y="109982"/>
                  </a:cubicBezTo>
                  <a:lnTo>
                    <a:pt x="7257161" y="549656"/>
                  </a:lnTo>
                  <a:cubicBezTo>
                    <a:pt x="7257161" y="610362"/>
                    <a:pt x="7207886" y="659638"/>
                    <a:pt x="7147179" y="659638"/>
                  </a:cubicBezTo>
                  <a:lnTo>
                    <a:pt x="109982" y="659638"/>
                  </a:lnTo>
                  <a:cubicBezTo>
                    <a:pt x="49276" y="659638"/>
                    <a:pt x="0" y="610489"/>
                    <a:pt x="0" y="549656"/>
                  </a:cubicBezTo>
                  <a:close/>
                </a:path>
              </a:pathLst>
            </a:custGeom>
            <a:solidFill>
              <a:srgbClr val="C9CACA">
                <a:alpha val="27843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8" name="Group 208"/>
          <p:cNvGrpSpPr/>
          <p:nvPr/>
        </p:nvGrpSpPr>
        <p:grpSpPr>
          <a:xfrm>
            <a:off x="7010499" y="3904856"/>
            <a:ext cx="5442852" cy="494738"/>
            <a:chOff x="0" y="0"/>
            <a:chExt cx="7257136" cy="659651"/>
          </a:xfrm>
        </p:grpSpPr>
        <p:sp>
          <p:nvSpPr>
            <p:cNvPr id="209" name="Freeform 209"/>
            <p:cNvSpPr/>
            <p:nvPr/>
          </p:nvSpPr>
          <p:spPr>
            <a:xfrm>
              <a:off x="0" y="0"/>
              <a:ext cx="7257161" cy="659638"/>
            </a:xfrm>
            <a:custGeom>
              <a:avLst/>
              <a:gdLst/>
              <a:ahLst/>
              <a:cxnLst/>
              <a:rect l="l" t="t" r="r" b="b"/>
              <a:pathLst>
                <a:path w="7257161" h="659638">
                  <a:moveTo>
                    <a:pt x="0" y="109982"/>
                  </a:moveTo>
                  <a:cubicBezTo>
                    <a:pt x="0" y="49276"/>
                    <a:pt x="49276" y="0"/>
                    <a:pt x="109982" y="0"/>
                  </a:cubicBezTo>
                  <a:lnTo>
                    <a:pt x="7147179" y="0"/>
                  </a:lnTo>
                  <a:cubicBezTo>
                    <a:pt x="7207886" y="0"/>
                    <a:pt x="7257161" y="49276"/>
                    <a:pt x="7257161" y="109982"/>
                  </a:cubicBezTo>
                  <a:lnTo>
                    <a:pt x="7257161" y="549656"/>
                  </a:lnTo>
                  <a:cubicBezTo>
                    <a:pt x="7257161" y="610362"/>
                    <a:pt x="7207886" y="659638"/>
                    <a:pt x="7147179" y="659638"/>
                  </a:cubicBezTo>
                  <a:lnTo>
                    <a:pt x="109982" y="659638"/>
                  </a:lnTo>
                  <a:cubicBezTo>
                    <a:pt x="49276" y="659638"/>
                    <a:pt x="0" y="610489"/>
                    <a:pt x="0" y="549656"/>
                  </a:cubicBezTo>
                  <a:close/>
                </a:path>
              </a:pathLst>
            </a:custGeom>
            <a:solidFill>
              <a:srgbClr val="C9CACA">
                <a:alpha val="27843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0" name="Group 210"/>
          <p:cNvGrpSpPr/>
          <p:nvPr/>
        </p:nvGrpSpPr>
        <p:grpSpPr>
          <a:xfrm>
            <a:off x="7071052" y="2388780"/>
            <a:ext cx="5442852" cy="1204684"/>
            <a:chOff x="0" y="0"/>
            <a:chExt cx="7257136" cy="1606245"/>
          </a:xfrm>
          <a:solidFill>
            <a:srgbClr val="E7457B"/>
          </a:solidFill>
        </p:grpSpPr>
        <p:sp>
          <p:nvSpPr>
            <p:cNvPr id="211" name="Freeform 211"/>
            <p:cNvSpPr/>
            <p:nvPr/>
          </p:nvSpPr>
          <p:spPr>
            <a:xfrm>
              <a:off x="0" y="0"/>
              <a:ext cx="7257161" cy="1606296"/>
            </a:xfrm>
            <a:custGeom>
              <a:avLst/>
              <a:gdLst/>
              <a:ahLst/>
              <a:cxnLst/>
              <a:rect l="l" t="t" r="r" b="b"/>
              <a:pathLst>
                <a:path w="7257161" h="1606296">
                  <a:moveTo>
                    <a:pt x="0" y="267716"/>
                  </a:moveTo>
                  <a:cubicBezTo>
                    <a:pt x="0" y="119888"/>
                    <a:pt x="119888" y="0"/>
                    <a:pt x="267716" y="0"/>
                  </a:cubicBezTo>
                  <a:lnTo>
                    <a:pt x="6989445" y="0"/>
                  </a:lnTo>
                  <a:cubicBezTo>
                    <a:pt x="7137273" y="0"/>
                    <a:pt x="7257161" y="119888"/>
                    <a:pt x="7257161" y="267716"/>
                  </a:cubicBezTo>
                  <a:lnTo>
                    <a:pt x="7257161" y="1338580"/>
                  </a:lnTo>
                  <a:cubicBezTo>
                    <a:pt x="7257161" y="1486408"/>
                    <a:pt x="7137273" y="1606296"/>
                    <a:pt x="6989445" y="1606296"/>
                  </a:cubicBezTo>
                  <a:lnTo>
                    <a:pt x="267716" y="1606296"/>
                  </a:lnTo>
                  <a:cubicBezTo>
                    <a:pt x="119888" y="1606296"/>
                    <a:pt x="0" y="1486408"/>
                    <a:pt x="0" y="133858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2" name="Group 212"/>
          <p:cNvGrpSpPr/>
          <p:nvPr/>
        </p:nvGrpSpPr>
        <p:grpSpPr>
          <a:xfrm>
            <a:off x="7111388" y="3957824"/>
            <a:ext cx="3858242" cy="393440"/>
            <a:chOff x="0" y="0"/>
            <a:chExt cx="5144322" cy="524586"/>
          </a:xfrm>
          <a:solidFill>
            <a:srgbClr val="609DEE"/>
          </a:solidFill>
        </p:grpSpPr>
        <p:sp>
          <p:nvSpPr>
            <p:cNvPr id="213" name="Freeform 213"/>
            <p:cNvSpPr/>
            <p:nvPr/>
          </p:nvSpPr>
          <p:spPr>
            <a:xfrm>
              <a:off x="0" y="0"/>
              <a:ext cx="5144360" cy="524637"/>
            </a:xfrm>
            <a:custGeom>
              <a:avLst/>
              <a:gdLst/>
              <a:ahLst/>
              <a:cxnLst/>
              <a:rect l="l" t="t" r="r" b="b"/>
              <a:pathLst>
                <a:path w="5144360" h="524637">
                  <a:moveTo>
                    <a:pt x="157134" y="0"/>
                  </a:moveTo>
                  <a:lnTo>
                    <a:pt x="4987227" y="0"/>
                  </a:lnTo>
                  <a:cubicBezTo>
                    <a:pt x="5028901" y="0"/>
                    <a:pt x="5068869" y="16555"/>
                    <a:pt x="5098337" y="46023"/>
                  </a:cubicBezTo>
                  <a:cubicBezTo>
                    <a:pt x="5127805" y="75492"/>
                    <a:pt x="5144360" y="115459"/>
                    <a:pt x="5144360" y="157134"/>
                  </a:cubicBezTo>
                  <a:lnTo>
                    <a:pt x="5144360" y="367503"/>
                  </a:lnTo>
                  <a:cubicBezTo>
                    <a:pt x="5144360" y="409178"/>
                    <a:pt x="5127805" y="449145"/>
                    <a:pt x="5098337" y="478614"/>
                  </a:cubicBezTo>
                  <a:cubicBezTo>
                    <a:pt x="5068869" y="508082"/>
                    <a:pt x="5028901" y="524637"/>
                    <a:pt x="4987227" y="524637"/>
                  </a:cubicBezTo>
                  <a:lnTo>
                    <a:pt x="157134" y="524637"/>
                  </a:lnTo>
                  <a:cubicBezTo>
                    <a:pt x="115459" y="524637"/>
                    <a:pt x="75492" y="508082"/>
                    <a:pt x="46023" y="478614"/>
                  </a:cubicBezTo>
                  <a:cubicBezTo>
                    <a:pt x="16555" y="449145"/>
                    <a:pt x="0" y="409178"/>
                    <a:pt x="0" y="367503"/>
                  </a:cubicBezTo>
                  <a:lnTo>
                    <a:pt x="0" y="157134"/>
                  </a:lnTo>
                  <a:cubicBezTo>
                    <a:pt x="0" y="115459"/>
                    <a:pt x="16555" y="75492"/>
                    <a:pt x="46023" y="46023"/>
                  </a:cubicBezTo>
                  <a:cubicBezTo>
                    <a:pt x="75492" y="16555"/>
                    <a:pt x="115459" y="0"/>
                    <a:pt x="157134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4" name="Group 214"/>
          <p:cNvGrpSpPr/>
          <p:nvPr/>
        </p:nvGrpSpPr>
        <p:grpSpPr>
          <a:xfrm>
            <a:off x="7111388" y="4526900"/>
            <a:ext cx="3858242" cy="393440"/>
            <a:chOff x="0" y="0"/>
            <a:chExt cx="5144322" cy="524586"/>
          </a:xfrm>
          <a:solidFill>
            <a:srgbClr val="609DEE"/>
          </a:solidFill>
        </p:grpSpPr>
        <p:sp>
          <p:nvSpPr>
            <p:cNvPr id="215" name="Freeform 215"/>
            <p:cNvSpPr/>
            <p:nvPr/>
          </p:nvSpPr>
          <p:spPr>
            <a:xfrm>
              <a:off x="0" y="0"/>
              <a:ext cx="5144360" cy="524637"/>
            </a:xfrm>
            <a:custGeom>
              <a:avLst/>
              <a:gdLst/>
              <a:ahLst/>
              <a:cxnLst/>
              <a:rect l="l" t="t" r="r" b="b"/>
              <a:pathLst>
                <a:path w="5144360" h="524637">
                  <a:moveTo>
                    <a:pt x="157134" y="0"/>
                  </a:moveTo>
                  <a:lnTo>
                    <a:pt x="4987227" y="0"/>
                  </a:lnTo>
                  <a:cubicBezTo>
                    <a:pt x="5028901" y="0"/>
                    <a:pt x="5068869" y="16555"/>
                    <a:pt x="5098337" y="46023"/>
                  </a:cubicBezTo>
                  <a:cubicBezTo>
                    <a:pt x="5127805" y="75492"/>
                    <a:pt x="5144360" y="115459"/>
                    <a:pt x="5144360" y="157134"/>
                  </a:cubicBezTo>
                  <a:lnTo>
                    <a:pt x="5144360" y="367503"/>
                  </a:lnTo>
                  <a:cubicBezTo>
                    <a:pt x="5144360" y="409178"/>
                    <a:pt x="5127805" y="449145"/>
                    <a:pt x="5098337" y="478614"/>
                  </a:cubicBezTo>
                  <a:cubicBezTo>
                    <a:pt x="5068869" y="508082"/>
                    <a:pt x="5028901" y="524637"/>
                    <a:pt x="4987227" y="524637"/>
                  </a:cubicBezTo>
                  <a:lnTo>
                    <a:pt x="157134" y="524637"/>
                  </a:lnTo>
                  <a:cubicBezTo>
                    <a:pt x="115459" y="524637"/>
                    <a:pt x="75492" y="508082"/>
                    <a:pt x="46023" y="478614"/>
                  </a:cubicBezTo>
                  <a:cubicBezTo>
                    <a:pt x="16555" y="449145"/>
                    <a:pt x="0" y="409178"/>
                    <a:pt x="0" y="367503"/>
                  </a:cubicBezTo>
                  <a:lnTo>
                    <a:pt x="0" y="157134"/>
                  </a:lnTo>
                  <a:cubicBezTo>
                    <a:pt x="0" y="115459"/>
                    <a:pt x="16555" y="75492"/>
                    <a:pt x="46023" y="46023"/>
                  </a:cubicBezTo>
                  <a:cubicBezTo>
                    <a:pt x="75492" y="16555"/>
                    <a:pt x="115459" y="0"/>
                    <a:pt x="157134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6" name="Group 216"/>
          <p:cNvGrpSpPr/>
          <p:nvPr/>
        </p:nvGrpSpPr>
        <p:grpSpPr>
          <a:xfrm>
            <a:off x="7112612" y="5098053"/>
            <a:ext cx="3858242" cy="393440"/>
            <a:chOff x="0" y="0"/>
            <a:chExt cx="5144322" cy="524586"/>
          </a:xfrm>
          <a:solidFill>
            <a:srgbClr val="609DEE"/>
          </a:solidFill>
        </p:grpSpPr>
        <p:sp>
          <p:nvSpPr>
            <p:cNvPr id="217" name="Freeform 217"/>
            <p:cNvSpPr/>
            <p:nvPr/>
          </p:nvSpPr>
          <p:spPr>
            <a:xfrm>
              <a:off x="0" y="0"/>
              <a:ext cx="5144360" cy="524637"/>
            </a:xfrm>
            <a:custGeom>
              <a:avLst/>
              <a:gdLst/>
              <a:ahLst/>
              <a:cxnLst/>
              <a:rect l="l" t="t" r="r" b="b"/>
              <a:pathLst>
                <a:path w="5144360" h="524637">
                  <a:moveTo>
                    <a:pt x="157134" y="0"/>
                  </a:moveTo>
                  <a:lnTo>
                    <a:pt x="4987227" y="0"/>
                  </a:lnTo>
                  <a:cubicBezTo>
                    <a:pt x="5028901" y="0"/>
                    <a:pt x="5068869" y="16555"/>
                    <a:pt x="5098337" y="46023"/>
                  </a:cubicBezTo>
                  <a:cubicBezTo>
                    <a:pt x="5127805" y="75492"/>
                    <a:pt x="5144360" y="115459"/>
                    <a:pt x="5144360" y="157134"/>
                  </a:cubicBezTo>
                  <a:lnTo>
                    <a:pt x="5144360" y="367503"/>
                  </a:lnTo>
                  <a:cubicBezTo>
                    <a:pt x="5144360" y="409178"/>
                    <a:pt x="5127805" y="449145"/>
                    <a:pt x="5098337" y="478614"/>
                  </a:cubicBezTo>
                  <a:cubicBezTo>
                    <a:pt x="5068869" y="508082"/>
                    <a:pt x="5028901" y="524637"/>
                    <a:pt x="4987227" y="524637"/>
                  </a:cubicBezTo>
                  <a:lnTo>
                    <a:pt x="157134" y="524637"/>
                  </a:lnTo>
                  <a:cubicBezTo>
                    <a:pt x="115459" y="524637"/>
                    <a:pt x="75492" y="508082"/>
                    <a:pt x="46023" y="478614"/>
                  </a:cubicBezTo>
                  <a:cubicBezTo>
                    <a:pt x="16555" y="449145"/>
                    <a:pt x="0" y="409178"/>
                    <a:pt x="0" y="367503"/>
                  </a:cubicBezTo>
                  <a:lnTo>
                    <a:pt x="0" y="157134"/>
                  </a:lnTo>
                  <a:cubicBezTo>
                    <a:pt x="0" y="115459"/>
                    <a:pt x="16555" y="75492"/>
                    <a:pt x="46023" y="46023"/>
                  </a:cubicBezTo>
                  <a:cubicBezTo>
                    <a:pt x="75492" y="16555"/>
                    <a:pt x="115459" y="0"/>
                    <a:pt x="157134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8" name="Freeform 218"/>
          <p:cNvSpPr/>
          <p:nvPr/>
        </p:nvSpPr>
        <p:spPr>
          <a:xfrm>
            <a:off x="7010499" y="1982548"/>
            <a:ext cx="2003723" cy="2001218"/>
          </a:xfrm>
          <a:custGeom>
            <a:avLst/>
            <a:gdLst/>
            <a:ahLst/>
            <a:cxnLst/>
            <a:rect l="l" t="t" r="r" b="b"/>
            <a:pathLst>
              <a:path w="2003723" h="2001218">
                <a:moveTo>
                  <a:pt x="0" y="0"/>
                </a:moveTo>
                <a:lnTo>
                  <a:pt x="2003723" y="0"/>
                </a:lnTo>
                <a:lnTo>
                  <a:pt x="2003723" y="2001218"/>
                </a:lnTo>
                <a:lnTo>
                  <a:pt x="0" y="2001218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7" name="TextBox 227"/>
          <p:cNvSpPr txBox="1"/>
          <p:nvPr/>
        </p:nvSpPr>
        <p:spPr>
          <a:xfrm>
            <a:off x="7282910" y="4018632"/>
            <a:ext cx="2431133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PNS</a:t>
            </a:r>
          </a:p>
        </p:txBody>
      </p:sp>
      <p:sp>
        <p:nvSpPr>
          <p:cNvPr id="228" name="TextBox 228"/>
          <p:cNvSpPr txBox="1"/>
          <p:nvPr/>
        </p:nvSpPr>
        <p:spPr>
          <a:xfrm>
            <a:off x="7282910" y="4583579"/>
            <a:ext cx="2431133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PPPK</a:t>
            </a:r>
          </a:p>
        </p:txBody>
      </p:sp>
      <p:sp>
        <p:nvSpPr>
          <p:cNvPr id="229" name="TextBox 229"/>
          <p:cNvSpPr txBox="1"/>
          <p:nvPr/>
        </p:nvSpPr>
        <p:spPr>
          <a:xfrm>
            <a:off x="7282910" y="5158860"/>
            <a:ext cx="2431133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PPPK Paruh Waktu</a:t>
            </a:r>
          </a:p>
        </p:txBody>
      </p:sp>
      <p:sp>
        <p:nvSpPr>
          <p:cNvPr id="231" name="TextBox 231"/>
          <p:cNvSpPr txBox="1"/>
          <p:nvPr/>
        </p:nvSpPr>
        <p:spPr>
          <a:xfrm>
            <a:off x="5335531" y="445907"/>
            <a:ext cx="8133755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STATISTIK</a:t>
            </a:r>
            <a:r>
              <a:rPr lang="en-US" sz="3600" b="1" dirty="0">
                <a:solidFill>
                  <a:srgbClr val="272C3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600" b="1" dirty="0">
                <a:solidFill>
                  <a:srgbClr val="1C73E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APARATUR SIPIL NEGARA </a:t>
            </a:r>
          </a:p>
        </p:txBody>
      </p:sp>
      <p:sp>
        <p:nvSpPr>
          <p:cNvPr id="232" name="TextBox 232"/>
          <p:cNvSpPr txBox="1"/>
          <p:nvPr/>
        </p:nvSpPr>
        <p:spPr>
          <a:xfrm>
            <a:off x="1186844" y="6232430"/>
            <a:ext cx="4030546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FCFD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TINGKAT PENDIDIKAN</a:t>
            </a:r>
          </a:p>
        </p:txBody>
      </p:sp>
      <p:sp>
        <p:nvSpPr>
          <p:cNvPr id="238" name="TextBox 238"/>
          <p:cNvSpPr txBox="1"/>
          <p:nvPr/>
        </p:nvSpPr>
        <p:spPr>
          <a:xfrm>
            <a:off x="10461025" y="6232430"/>
            <a:ext cx="3363211" cy="41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FCFD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JABATAN ASN</a:t>
            </a:r>
          </a:p>
        </p:txBody>
      </p:sp>
      <p:sp>
        <p:nvSpPr>
          <p:cNvPr id="239" name="TextBox 239"/>
          <p:cNvSpPr txBox="1"/>
          <p:nvPr/>
        </p:nvSpPr>
        <p:spPr>
          <a:xfrm>
            <a:off x="6673178" y="6923700"/>
            <a:ext cx="1822252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STRUKTURAL</a:t>
            </a:r>
          </a:p>
        </p:txBody>
      </p:sp>
      <p:sp>
        <p:nvSpPr>
          <p:cNvPr id="242" name="TextBox 242"/>
          <p:cNvSpPr txBox="1"/>
          <p:nvPr/>
        </p:nvSpPr>
        <p:spPr>
          <a:xfrm>
            <a:off x="8866217" y="6927755"/>
            <a:ext cx="1333798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JF DOSEN</a:t>
            </a:r>
          </a:p>
        </p:txBody>
      </p:sp>
      <p:sp>
        <p:nvSpPr>
          <p:cNvPr id="243" name="TextBox 243"/>
          <p:cNvSpPr txBox="1"/>
          <p:nvPr/>
        </p:nvSpPr>
        <p:spPr>
          <a:xfrm>
            <a:off x="10705224" y="6923700"/>
            <a:ext cx="1170682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JF GURU</a:t>
            </a:r>
          </a:p>
        </p:txBody>
      </p:sp>
      <p:sp>
        <p:nvSpPr>
          <p:cNvPr id="246" name="TextBox 246"/>
          <p:cNvSpPr txBox="1"/>
          <p:nvPr/>
        </p:nvSpPr>
        <p:spPr>
          <a:xfrm>
            <a:off x="12360838" y="6927755"/>
            <a:ext cx="1318915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JF NAKES</a:t>
            </a:r>
          </a:p>
        </p:txBody>
      </p:sp>
      <p:sp>
        <p:nvSpPr>
          <p:cNvPr id="249" name="TextBox 249"/>
          <p:cNvSpPr txBox="1"/>
          <p:nvPr/>
        </p:nvSpPr>
        <p:spPr>
          <a:xfrm>
            <a:off x="14053533" y="6927755"/>
            <a:ext cx="1386094" cy="3238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JF TEKNIS</a:t>
            </a:r>
          </a:p>
        </p:txBody>
      </p:sp>
      <p:sp>
        <p:nvSpPr>
          <p:cNvPr id="252" name="TextBox 252"/>
          <p:cNvSpPr txBox="1"/>
          <p:nvPr/>
        </p:nvSpPr>
        <p:spPr>
          <a:xfrm>
            <a:off x="15916162" y="6923700"/>
            <a:ext cx="1659582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 Bold"/>
                <a:ea typeface="Arial Bold"/>
                <a:cs typeface="Arial Bold"/>
                <a:sym typeface="Arial Bold"/>
              </a:rPr>
              <a:t>PELAKSANA</a:t>
            </a:r>
          </a:p>
        </p:txBody>
      </p:sp>
      <p:sp>
        <p:nvSpPr>
          <p:cNvPr id="254" name="TextBox 254"/>
          <p:cNvSpPr txBox="1"/>
          <p:nvPr/>
        </p:nvSpPr>
        <p:spPr>
          <a:xfrm>
            <a:off x="6603735" y="7790897"/>
            <a:ext cx="978694" cy="142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9"/>
              </a:lnSpc>
            </a:pPr>
            <a:r>
              <a:rPr lang="en-US" sz="9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PNS JPT UTAMA</a:t>
            </a:r>
          </a:p>
        </p:txBody>
      </p:sp>
      <p:sp>
        <p:nvSpPr>
          <p:cNvPr id="255" name="TextBox 255"/>
          <p:cNvSpPr txBox="1"/>
          <p:nvPr/>
        </p:nvSpPr>
        <p:spPr>
          <a:xfrm>
            <a:off x="6603735" y="8011414"/>
            <a:ext cx="1049179" cy="142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9"/>
              </a:lnSpc>
            </a:pPr>
            <a:r>
              <a:rPr lang="en-US" sz="9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PPPK JPT UTAMA</a:t>
            </a:r>
          </a:p>
        </p:txBody>
      </p:sp>
      <p:sp>
        <p:nvSpPr>
          <p:cNvPr id="256" name="TextBox 256"/>
          <p:cNvSpPr txBox="1"/>
          <p:nvPr/>
        </p:nvSpPr>
        <p:spPr>
          <a:xfrm>
            <a:off x="6603735" y="8231741"/>
            <a:ext cx="982345" cy="142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9"/>
              </a:lnSpc>
            </a:pPr>
            <a:r>
              <a:rPr lang="en-US" sz="9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PNS JPT MADYA</a:t>
            </a:r>
          </a:p>
        </p:txBody>
      </p:sp>
      <p:sp>
        <p:nvSpPr>
          <p:cNvPr id="257" name="TextBox 257"/>
          <p:cNvSpPr txBox="1"/>
          <p:nvPr/>
        </p:nvSpPr>
        <p:spPr>
          <a:xfrm>
            <a:off x="6603735" y="8452067"/>
            <a:ext cx="1052830" cy="142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9"/>
              </a:lnSpc>
            </a:pPr>
            <a:r>
              <a:rPr lang="en-US" sz="9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PPPK JPT MADYA</a:t>
            </a:r>
          </a:p>
        </p:txBody>
      </p:sp>
      <p:sp>
        <p:nvSpPr>
          <p:cNvPr id="258" name="TextBox 258"/>
          <p:cNvSpPr txBox="1"/>
          <p:nvPr/>
        </p:nvSpPr>
        <p:spPr>
          <a:xfrm>
            <a:off x="6603735" y="8672393"/>
            <a:ext cx="1133773" cy="142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9"/>
              </a:lnSpc>
            </a:pPr>
            <a:r>
              <a:rPr lang="en-US" sz="9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PNS JPT PRATAMA</a:t>
            </a:r>
          </a:p>
        </p:txBody>
      </p:sp>
      <p:sp>
        <p:nvSpPr>
          <p:cNvPr id="259" name="TextBox 259"/>
          <p:cNvSpPr txBox="1"/>
          <p:nvPr/>
        </p:nvSpPr>
        <p:spPr>
          <a:xfrm>
            <a:off x="6603735" y="8892719"/>
            <a:ext cx="1061889" cy="142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9"/>
              </a:lnSpc>
            </a:pPr>
            <a:r>
              <a:rPr lang="en-US" sz="9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ADMINISTRATOR</a:t>
            </a:r>
          </a:p>
        </p:txBody>
      </p:sp>
      <p:sp>
        <p:nvSpPr>
          <p:cNvPr id="260" name="TextBox 260"/>
          <p:cNvSpPr txBox="1"/>
          <p:nvPr/>
        </p:nvSpPr>
        <p:spPr>
          <a:xfrm>
            <a:off x="6603735" y="9113045"/>
            <a:ext cx="713929" cy="142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9"/>
              </a:lnSpc>
            </a:pPr>
            <a:r>
              <a:rPr lang="en-US" sz="9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PENGAWAS</a:t>
            </a:r>
          </a:p>
        </p:txBody>
      </p:sp>
      <p:sp>
        <p:nvSpPr>
          <p:cNvPr id="261" name="TextBox 261"/>
          <p:cNvSpPr txBox="1"/>
          <p:nvPr/>
        </p:nvSpPr>
        <p:spPr>
          <a:xfrm>
            <a:off x="6603734" y="9333372"/>
            <a:ext cx="787665" cy="1485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99"/>
              </a:lnSpc>
            </a:pPr>
            <a:r>
              <a:rPr lang="en-US" sz="9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ESELON V</a:t>
            </a:r>
          </a:p>
        </p:txBody>
      </p:sp>
      <p:sp>
        <p:nvSpPr>
          <p:cNvPr id="272" name="TextBox 272"/>
          <p:cNvSpPr txBox="1"/>
          <p:nvPr/>
        </p:nvSpPr>
        <p:spPr>
          <a:xfrm>
            <a:off x="10596947" y="7790992"/>
            <a:ext cx="253008" cy="142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9"/>
              </a:lnSpc>
            </a:pPr>
            <a:r>
              <a:rPr lang="en-US" sz="9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PNS</a:t>
            </a:r>
          </a:p>
        </p:txBody>
      </p:sp>
      <p:sp>
        <p:nvSpPr>
          <p:cNvPr id="273" name="TextBox 273"/>
          <p:cNvSpPr txBox="1"/>
          <p:nvPr/>
        </p:nvSpPr>
        <p:spPr>
          <a:xfrm>
            <a:off x="10596947" y="7999231"/>
            <a:ext cx="323552" cy="142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9"/>
              </a:lnSpc>
            </a:pPr>
            <a:r>
              <a:rPr lang="en-US" sz="9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PPPK</a:t>
            </a:r>
          </a:p>
        </p:txBody>
      </p:sp>
      <p:sp>
        <p:nvSpPr>
          <p:cNvPr id="274" name="TextBox 274"/>
          <p:cNvSpPr txBox="1"/>
          <p:nvPr/>
        </p:nvSpPr>
        <p:spPr>
          <a:xfrm>
            <a:off x="10596947" y="8249444"/>
            <a:ext cx="908797" cy="103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"/>
              </a:lnSpc>
            </a:pPr>
            <a:r>
              <a:rPr lang="en-US" sz="7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PPPK PARUH WAKTU</a:t>
            </a:r>
          </a:p>
        </p:txBody>
      </p:sp>
      <p:sp>
        <p:nvSpPr>
          <p:cNvPr id="278" name="TextBox 278"/>
          <p:cNvSpPr txBox="1"/>
          <p:nvPr/>
        </p:nvSpPr>
        <p:spPr>
          <a:xfrm>
            <a:off x="8851983" y="7790992"/>
            <a:ext cx="253008" cy="142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9"/>
              </a:lnSpc>
              <a:spcBef>
                <a:spcPct val="0"/>
              </a:spcBef>
            </a:pPr>
            <a:r>
              <a:rPr lang="en-US" sz="999" b="1" dirty="0">
                <a:solidFill>
                  <a:srgbClr val="FCFD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PNS</a:t>
            </a:r>
          </a:p>
        </p:txBody>
      </p:sp>
      <p:sp>
        <p:nvSpPr>
          <p:cNvPr id="280" name="TextBox 280"/>
          <p:cNvSpPr txBox="1"/>
          <p:nvPr/>
        </p:nvSpPr>
        <p:spPr>
          <a:xfrm>
            <a:off x="14053533" y="7790050"/>
            <a:ext cx="253008" cy="142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9"/>
              </a:lnSpc>
            </a:pPr>
            <a:r>
              <a:rPr lang="en-US" sz="9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PNS</a:t>
            </a:r>
          </a:p>
        </p:txBody>
      </p:sp>
      <p:sp>
        <p:nvSpPr>
          <p:cNvPr id="281" name="TextBox 281"/>
          <p:cNvSpPr txBox="1"/>
          <p:nvPr/>
        </p:nvSpPr>
        <p:spPr>
          <a:xfrm>
            <a:off x="14053533" y="7999231"/>
            <a:ext cx="323552" cy="142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9"/>
              </a:lnSpc>
            </a:pPr>
            <a:r>
              <a:rPr lang="en-US" sz="9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PPPK</a:t>
            </a:r>
          </a:p>
        </p:txBody>
      </p:sp>
      <p:sp>
        <p:nvSpPr>
          <p:cNvPr id="284" name="TextBox 284"/>
          <p:cNvSpPr txBox="1"/>
          <p:nvPr/>
        </p:nvSpPr>
        <p:spPr>
          <a:xfrm>
            <a:off x="8850370" y="8000787"/>
            <a:ext cx="323552" cy="142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9"/>
              </a:lnSpc>
              <a:spcBef>
                <a:spcPct val="0"/>
              </a:spcBef>
            </a:pPr>
            <a:r>
              <a:rPr lang="en-US" sz="999" b="1">
                <a:solidFill>
                  <a:srgbClr val="FCFD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PPPK</a:t>
            </a:r>
          </a:p>
        </p:txBody>
      </p:sp>
      <p:sp>
        <p:nvSpPr>
          <p:cNvPr id="286" name="TextBox 286"/>
          <p:cNvSpPr txBox="1"/>
          <p:nvPr/>
        </p:nvSpPr>
        <p:spPr>
          <a:xfrm>
            <a:off x="8839943" y="8239701"/>
            <a:ext cx="908797" cy="103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"/>
              </a:lnSpc>
              <a:spcBef>
                <a:spcPct val="0"/>
              </a:spcBef>
            </a:pPr>
            <a:r>
              <a:rPr lang="en-US" sz="700" b="1" dirty="0">
                <a:solidFill>
                  <a:srgbClr val="FCFD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PPPK PARUH WAKTU</a:t>
            </a:r>
          </a:p>
        </p:txBody>
      </p:sp>
      <p:sp>
        <p:nvSpPr>
          <p:cNvPr id="288" name="TextBox 288"/>
          <p:cNvSpPr txBox="1"/>
          <p:nvPr/>
        </p:nvSpPr>
        <p:spPr>
          <a:xfrm>
            <a:off x="12312165" y="7782795"/>
            <a:ext cx="253008" cy="142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9"/>
              </a:lnSpc>
            </a:pPr>
            <a:r>
              <a:rPr lang="en-US" sz="9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PNS</a:t>
            </a:r>
          </a:p>
        </p:txBody>
      </p:sp>
      <p:sp>
        <p:nvSpPr>
          <p:cNvPr id="290" name="TextBox 290"/>
          <p:cNvSpPr txBox="1"/>
          <p:nvPr/>
        </p:nvSpPr>
        <p:spPr>
          <a:xfrm>
            <a:off x="12312165" y="8003121"/>
            <a:ext cx="323552" cy="142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9"/>
              </a:lnSpc>
            </a:pPr>
            <a:r>
              <a:rPr lang="en-US" sz="9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PPPK</a:t>
            </a:r>
          </a:p>
        </p:txBody>
      </p:sp>
      <p:sp>
        <p:nvSpPr>
          <p:cNvPr id="292" name="TextBox 292"/>
          <p:cNvSpPr txBox="1"/>
          <p:nvPr/>
        </p:nvSpPr>
        <p:spPr>
          <a:xfrm>
            <a:off x="12312165" y="8251320"/>
            <a:ext cx="908818" cy="103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"/>
              </a:lnSpc>
            </a:pPr>
            <a:r>
              <a:rPr lang="en-US" sz="7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PPPK PARUH WAKTU</a:t>
            </a:r>
          </a:p>
        </p:txBody>
      </p:sp>
      <p:sp>
        <p:nvSpPr>
          <p:cNvPr id="294" name="TextBox 294"/>
          <p:cNvSpPr txBox="1"/>
          <p:nvPr/>
        </p:nvSpPr>
        <p:spPr>
          <a:xfrm>
            <a:off x="15797514" y="7782795"/>
            <a:ext cx="253008" cy="142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9"/>
              </a:lnSpc>
            </a:pPr>
            <a:r>
              <a:rPr lang="en-US" sz="9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PNS</a:t>
            </a:r>
          </a:p>
        </p:txBody>
      </p:sp>
      <p:sp>
        <p:nvSpPr>
          <p:cNvPr id="296" name="TextBox 296"/>
          <p:cNvSpPr txBox="1"/>
          <p:nvPr/>
        </p:nvSpPr>
        <p:spPr>
          <a:xfrm>
            <a:off x="15797514" y="7994924"/>
            <a:ext cx="323552" cy="142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9"/>
              </a:lnSpc>
            </a:pPr>
            <a:r>
              <a:rPr lang="en-US" sz="9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PPPK</a:t>
            </a:r>
          </a:p>
        </p:txBody>
      </p:sp>
      <p:sp>
        <p:nvSpPr>
          <p:cNvPr id="298" name="TextBox 298"/>
          <p:cNvSpPr txBox="1"/>
          <p:nvPr/>
        </p:nvSpPr>
        <p:spPr>
          <a:xfrm>
            <a:off x="15787601" y="8245062"/>
            <a:ext cx="1038652" cy="118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"/>
              </a:lnSpc>
            </a:pPr>
            <a:r>
              <a:rPr lang="en-US" sz="8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PPPK PARUH WAKTU</a:t>
            </a:r>
          </a:p>
        </p:txBody>
      </p:sp>
      <p:sp>
        <p:nvSpPr>
          <p:cNvPr id="302" name="TextBox 37">
            <a:extLst>
              <a:ext uri="{FF2B5EF4-FFF2-40B4-BE49-F238E27FC236}">
                <a16:creationId xmlns:a16="http://schemas.microsoft.com/office/drawing/2014/main" id="{14BE8AA3-3618-CCE8-445D-FBE1A6185569}"/>
              </a:ext>
            </a:extLst>
          </p:cNvPr>
          <p:cNvSpPr txBox="1"/>
          <p:nvPr/>
        </p:nvSpPr>
        <p:spPr>
          <a:xfrm>
            <a:off x="1527465" y="4823636"/>
            <a:ext cx="1425969" cy="461665"/>
          </a:xfrm>
          <a:prstGeom prst="rect">
            <a:avLst/>
          </a:prstGeom>
          <a:ln>
            <a:noFill/>
          </a:ln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b="1" dirty="0">
                <a:solidFill>
                  <a:srgbClr val="FCFD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{</a:t>
            </a:r>
            <a:r>
              <a:rPr lang="en-US" sz="1500" b="1" dirty="0" err="1">
                <a:solidFill>
                  <a:srgbClr val="FCFD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count_wanita</a:t>
            </a:r>
            <a:r>
              <a:rPr lang="en-US" sz="1500" b="1" dirty="0">
                <a:solidFill>
                  <a:srgbClr val="FCFD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}</a:t>
            </a:r>
          </a:p>
        </p:txBody>
      </p:sp>
      <p:sp>
        <p:nvSpPr>
          <p:cNvPr id="306" name="TextBox 32">
            <a:extLst>
              <a:ext uri="{FF2B5EF4-FFF2-40B4-BE49-F238E27FC236}">
                <a16:creationId xmlns:a16="http://schemas.microsoft.com/office/drawing/2014/main" id="{E390638D-F593-B346-2FFE-4BDE3B4F68A3}"/>
              </a:ext>
            </a:extLst>
          </p:cNvPr>
          <p:cNvSpPr txBox="1"/>
          <p:nvPr/>
        </p:nvSpPr>
        <p:spPr>
          <a:xfrm>
            <a:off x="1527465" y="5082500"/>
            <a:ext cx="1425969" cy="228600"/>
          </a:xfrm>
          <a:prstGeom prst="rect">
            <a:avLst/>
          </a:prstGeom>
          <a:ln>
            <a:noFill/>
          </a:ln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b="1" dirty="0">
                <a:solidFill>
                  <a:srgbClr val="FCFD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{</a:t>
            </a:r>
            <a:r>
              <a:rPr lang="en-US" sz="1500" b="1" dirty="0" err="1">
                <a:solidFill>
                  <a:srgbClr val="FCFD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count_pria</a:t>
            </a:r>
            <a:r>
              <a:rPr lang="en-US" sz="1500" b="1" dirty="0">
                <a:solidFill>
                  <a:srgbClr val="FCFD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}</a:t>
            </a:r>
          </a:p>
        </p:txBody>
      </p:sp>
      <p:sp>
        <p:nvSpPr>
          <p:cNvPr id="307" name="TextBox 41">
            <a:extLst>
              <a:ext uri="{FF2B5EF4-FFF2-40B4-BE49-F238E27FC236}">
                <a16:creationId xmlns:a16="http://schemas.microsoft.com/office/drawing/2014/main" id="{B19C52BA-9AE5-4DC3-E6B3-2943D8A114FB}"/>
              </a:ext>
            </a:extLst>
          </p:cNvPr>
          <p:cNvSpPr txBox="1"/>
          <p:nvPr/>
        </p:nvSpPr>
        <p:spPr>
          <a:xfrm>
            <a:off x="4809255" y="4825857"/>
            <a:ext cx="1522950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37"/>
              </a:lnSpc>
            </a:pPr>
            <a:r>
              <a:rPr lang="en-US" sz="1281" b="1" dirty="0">
                <a:solidFill>
                  <a:srgbClr val="FCFD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{</a:t>
            </a:r>
            <a:r>
              <a:rPr lang="en-US" sz="1281" b="1" dirty="0" err="1">
                <a:solidFill>
                  <a:srgbClr val="FCFD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count_daerah</a:t>
            </a:r>
            <a:r>
              <a:rPr lang="en-US" sz="1281" b="1" dirty="0">
                <a:solidFill>
                  <a:srgbClr val="FCFD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}</a:t>
            </a:r>
          </a:p>
        </p:txBody>
      </p:sp>
      <p:sp>
        <p:nvSpPr>
          <p:cNvPr id="308" name="TextBox 45">
            <a:extLst>
              <a:ext uri="{FF2B5EF4-FFF2-40B4-BE49-F238E27FC236}">
                <a16:creationId xmlns:a16="http://schemas.microsoft.com/office/drawing/2014/main" id="{208E94D4-5340-0F59-504E-CE010DA3E57D}"/>
              </a:ext>
            </a:extLst>
          </p:cNvPr>
          <p:cNvSpPr txBox="1"/>
          <p:nvPr/>
        </p:nvSpPr>
        <p:spPr>
          <a:xfrm>
            <a:off x="4809255" y="5094894"/>
            <a:ext cx="1522950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37"/>
              </a:lnSpc>
            </a:pPr>
            <a:r>
              <a:rPr lang="en-US" sz="1281" b="1" dirty="0">
                <a:solidFill>
                  <a:srgbClr val="FCFD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{</a:t>
            </a:r>
            <a:r>
              <a:rPr lang="en-US" sz="1281" b="1" dirty="0" err="1">
                <a:solidFill>
                  <a:srgbClr val="FCFD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count_pusat</a:t>
            </a:r>
            <a:r>
              <a:rPr lang="en-US" sz="1281" b="1" dirty="0">
                <a:solidFill>
                  <a:srgbClr val="FCFD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}</a:t>
            </a:r>
          </a:p>
        </p:txBody>
      </p:sp>
      <p:sp>
        <p:nvSpPr>
          <p:cNvPr id="311" name="TextBox 220">
            <a:extLst>
              <a:ext uri="{FF2B5EF4-FFF2-40B4-BE49-F238E27FC236}">
                <a16:creationId xmlns:a16="http://schemas.microsoft.com/office/drawing/2014/main" id="{1F853499-9960-C7BC-220D-A888EB05F208}"/>
              </a:ext>
            </a:extLst>
          </p:cNvPr>
          <p:cNvSpPr txBox="1"/>
          <p:nvPr/>
        </p:nvSpPr>
        <p:spPr>
          <a:xfrm>
            <a:off x="9142273" y="2489317"/>
            <a:ext cx="3363211" cy="1460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{</a:t>
            </a:r>
            <a:r>
              <a:rPr lang="en-US" sz="48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total_jenis_asn</a:t>
            </a:r>
            <a:r>
              <a:rPr lang="en-US" sz="48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}</a:t>
            </a:r>
          </a:p>
        </p:txBody>
      </p:sp>
      <p:sp>
        <p:nvSpPr>
          <p:cNvPr id="312" name="TextBox 221">
            <a:extLst>
              <a:ext uri="{FF2B5EF4-FFF2-40B4-BE49-F238E27FC236}">
                <a16:creationId xmlns:a16="http://schemas.microsoft.com/office/drawing/2014/main" id="{307BD22F-5BFA-98F3-634E-DB3748BBCB7E}"/>
              </a:ext>
            </a:extLst>
          </p:cNvPr>
          <p:cNvSpPr txBox="1"/>
          <p:nvPr/>
        </p:nvSpPr>
        <p:spPr>
          <a:xfrm>
            <a:off x="9220201" y="3200006"/>
            <a:ext cx="3082308" cy="2291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lang="en-US" sz="1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Jumlah</a:t>
            </a:r>
            <a:r>
              <a:rPr lang="en-US" sz="1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ASN Per {</a:t>
            </a:r>
            <a:r>
              <a:rPr lang="en-US" sz="14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tanggal_data</a:t>
            </a:r>
            <a:r>
              <a:rPr lang="en-US" sz="14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}</a:t>
            </a:r>
          </a:p>
        </p:txBody>
      </p:sp>
      <p:sp>
        <p:nvSpPr>
          <p:cNvPr id="313" name="TextBox 222">
            <a:extLst>
              <a:ext uri="{FF2B5EF4-FFF2-40B4-BE49-F238E27FC236}">
                <a16:creationId xmlns:a16="http://schemas.microsoft.com/office/drawing/2014/main" id="{8C9B382D-36FD-F5C3-9341-842EF54ED96A}"/>
              </a:ext>
            </a:extLst>
          </p:cNvPr>
          <p:cNvSpPr txBox="1"/>
          <p:nvPr/>
        </p:nvSpPr>
        <p:spPr>
          <a:xfrm>
            <a:off x="10878385" y="3995062"/>
            <a:ext cx="1425969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{</a:t>
            </a:r>
            <a:r>
              <a:rPr lang="en-US" sz="21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count_pns</a:t>
            </a:r>
            <a:r>
              <a:rPr lang="en-US" sz="2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}</a:t>
            </a:r>
          </a:p>
        </p:txBody>
      </p:sp>
      <p:sp>
        <p:nvSpPr>
          <p:cNvPr id="314" name="TextBox 223">
            <a:extLst>
              <a:ext uri="{FF2B5EF4-FFF2-40B4-BE49-F238E27FC236}">
                <a16:creationId xmlns:a16="http://schemas.microsoft.com/office/drawing/2014/main" id="{79211DC1-E6C8-5674-D9BA-B9C5579804BA}"/>
              </a:ext>
            </a:extLst>
          </p:cNvPr>
          <p:cNvSpPr txBox="1"/>
          <p:nvPr/>
        </p:nvSpPr>
        <p:spPr>
          <a:xfrm>
            <a:off x="10878385" y="4545359"/>
            <a:ext cx="1425969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{</a:t>
            </a:r>
            <a:r>
              <a:rPr lang="en-US" sz="21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count_pppk</a:t>
            </a:r>
            <a:r>
              <a:rPr lang="en-US" sz="2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}</a:t>
            </a:r>
          </a:p>
        </p:txBody>
      </p:sp>
      <p:sp>
        <p:nvSpPr>
          <p:cNvPr id="315" name="TextBox 224">
            <a:extLst>
              <a:ext uri="{FF2B5EF4-FFF2-40B4-BE49-F238E27FC236}">
                <a16:creationId xmlns:a16="http://schemas.microsoft.com/office/drawing/2014/main" id="{C66E4244-10D6-10FF-A300-A17CE7ED333F}"/>
              </a:ext>
            </a:extLst>
          </p:cNvPr>
          <p:cNvSpPr txBox="1"/>
          <p:nvPr/>
        </p:nvSpPr>
        <p:spPr>
          <a:xfrm>
            <a:off x="10878385" y="5134044"/>
            <a:ext cx="1425969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{</a:t>
            </a:r>
            <a:r>
              <a:rPr lang="en-US" sz="21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count_pw</a:t>
            </a:r>
            <a:r>
              <a:rPr lang="en-US" sz="2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}</a:t>
            </a:r>
          </a:p>
        </p:txBody>
      </p:sp>
      <p:sp>
        <p:nvSpPr>
          <p:cNvPr id="316" name="TextBox 225">
            <a:extLst>
              <a:ext uri="{FF2B5EF4-FFF2-40B4-BE49-F238E27FC236}">
                <a16:creationId xmlns:a16="http://schemas.microsoft.com/office/drawing/2014/main" id="{D290FB26-7B15-1C59-BF6D-50D96B930EFF}"/>
              </a:ext>
            </a:extLst>
          </p:cNvPr>
          <p:cNvSpPr txBox="1"/>
          <p:nvPr/>
        </p:nvSpPr>
        <p:spPr>
          <a:xfrm>
            <a:off x="9370477" y="3983766"/>
            <a:ext cx="1425969" cy="1102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79"/>
              </a:lnSpc>
            </a:pPr>
            <a:r>
              <a:rPr lang="en-US" sz="23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{</a:t>
            </a:r>
            <a:r>
              <a:rPr lang="en-US" sz="2399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persentase_vis_pns</a:t>
            </a:r>
            <a:r>
              <a:rPr lang="en-US" sz="23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}</a:t>
            </a:r>
          </a:p>
        </p:txBody>
      </p:sp>
      <p:sp>
        <p:nvSpPr>
          <p:cNvPr id="317" name="TextBox 226">
            <a:extLst>
              <a:ext uri="{FF2B5EF4-FFF2-40B4-BE49-F238E27FC236}">
                <a16:creationId xmlns:a16="http://schemas.microsoft.com/office/drawing/2014/main" id="{C0ABBFE8-B15C-DFF0-1A8A-409EF8C999A4}"/>
              </a:ext>
            </a:extLst>
          </p:cNvPr>
          <p:cNvSpPr txBox="1"/>
          <p:nvPr/>
        </p:nvSpPr>
        <p:spPr>
          <a:xfrm>
            <a:off x="9370477" y="4551032"/>
            <a:ext cx="1425969" cy="1102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79"/>
              </a:lnSpc>
            </a:pPr>
            <a:r>
              <a:rPr lang="en-US" sz="23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{</a:t>
            </a:r>
            <a:r>
              <a:rPr lang="en-US" sz="2399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persentase_vis_pppk</a:t>
            </a:r>
            <a:r>
              <a:rPr lang="en-US" sz="23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}</a:t>
            </a:r>
          </a:p>
        </p:txBody>
      </p:sp>
      <p:sp>
        <p:nvSpPr>
          <p:cNvPr id="318" name="TextBox 227">
            <a:extLst>
              <a:ext uri="{FF2B5EF4-FFF2-40B4-BE49-F238E27FC236}">
                <a16:creationId xmlns:a16="http://schemas.microsoft.com/office/drawing/2014/main" id="{26ED5DE4-761E-E021-62AE-373B29294B80}"/>
              </a:ext>
            </a:extLst>
          </p:cNvPr>
          <p:cNvSpPr txBox="1"/>
          <p:nvPr/>
        </p:nvSpPr>
        <p:spPr>
          <a:xfrm>
            <a:off x="9370477" y="5111245"/>
            <a:ext cx="1425969" cy="1102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79"/>
              </a:lnSpc>
            </a:pPr>
            <a:r>
              <a:rPr lang="en-US" sz="23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{</a:t>
            </a:r>
            <a:r>
              <a:rPr lang="en-US" sz="2399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persentase_vis_pw</a:t>
            </a:r>
            <a:r>
              <a:rPr lang="en-US" sz="23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}</a:t>
            </a:r>
          </a:p>
        </p:txBody>
      </p:sp>
      <p:sp>
        <p:nvSpPr>
          <p:cNvPr id="319" name="TextBox 169">
            <a:extLst>
              <a:ext uri="{FF2B5EF4-FFF2-40B4-BE49-F238E27FC236}">
                <a16:creationId xmlns:a16="http://schemas.microsoft.com/office/drawing/2014/main" id="{E3A92642-56E2-A4B6-A30E-3BDD19882F59}"/>
              </a:ext>
            </a:extLst>
          </p:cNvPr>
          <p:cNvSpPr txBox="1"/>
          <p:nvPr/>
        </p:nvSpPr>
        <p:spPr>
          <a:xfrm>
            <a:off x="16426100" y="4388324"/>
            <a:ext cx="1333486" cy="7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142"/>
              </a:lnSpc>
            </a:pPr>
            <a:r>
              <a:rPr lang="en-US" sz="2618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{</a:t>
            </a:r>
            <a:r>
              <a:rPr lang="en-US" sz="2618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persentase_z</a:t>
            </a:r>
            <a:r>
              <a:rPr lang="en-US" sz="2618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}</a:t>
            </a:r>
          </a:p>
        </p:txBody>
      </p:sp>
      <p:sp>
        <p:nvSpPr>
          <p:cNvPr id="320" name="TextBox 170">
            <a:extLst>
              <a:ext uri="{FF2B5EF4-FFF2-40B4-BE49-F238E27FC236}">
                <a16:creationId xmlns:a16="http://schemas.microsoft.com/office/drawing/2014/main" id="{73B9A47F-28FE-BD09-F138-5CDD7F43ECF2}"/>
              </a:ext>
            </a:extLst>
          </p:cNvPr>
          <p:cNvSpPr txBox="1"/>
          <p:nvPr/>
        </p:nvSpPr>
        <p:spPr>
          <a:xfrm>
            <a:off x="16426100" y="4875623"/>
            <a:ext cx="1333486" cy="303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56"/>
              </a:lnSpc>
            </a:pPr>
            <a:r>
              <a:rPr lang="en-US" sz="1963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{</a:t>
            </a:r>
            <a:r>
              <a:rPr lang="en-US" sz="1963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count_z</a:t>
            </a:r>
            <a:r>
              <a:rPr lang="en-US" sz="1963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}</a:t>
            </a:r>
          </a:p>
        </p:txBody>
      </p:sp>
      <p:sp>
        <p:nvSpPr>
          <p:cNvPr id="321" name="TextBox 179">
            <a:extLst>
              <a:ext uri="{FF2B5EF4-FFF2-40B4-BE49-F238E27FC236}">
                <a16:creationId xmlns:a16="http://schemas.microsoft.com/office/drawing/2014/main" id="{9497B58B-0F73-7655-544D-0E0DAF2546EA}"/>
              </a:ext>
            </a:extLst>
          </p:cNvPr>
          <p:cNvSpPr txBox="1"/>
          <p:nvPr/>
        </p:nvSpPr>
        <p:spPr>
          <a:xfrm>
            <a:off x="16444646" y="2905864"/>
            <a:ext cx="1333486" cy="7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142"/>
              </a:lnSpc>
            </a:pPr>
            <a:r>
              <a:rPr lang="en-US" sz="2618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{</a:t>
            </a:r>
            <a:r>
              <a:rPr lang="en-US" sz="2618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persentase_y</a:t>
            </a:r>
            <a:r>
              <a:rPr lang="en-US" sz="2618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}</a:t>
            </a:r>
          </a:p>
        </p:txBody>
      </p:sp>
      <p:sp>
        <p:nvSpPr>
          <p:cNvPr id="322" name="TextBox 180">
            <a:extLst>
              <a:ext uri="{FF2B5EF4-FFF2-40B4-BE49-F238E27FC236}">
                <a16:creationId xmlns:a16="http://schemas.microsoft.com/office/drawing/2014/main" id="{EEA0DB99-DFBF-DCFA-B792-80B442DC0BB0}"/>
              </a:ext>
            </a:extLst>
          </p:cNvPr>
          <p:cNvSpPr txBox="1"/>
          <p:nvPr/>
        </p:nvSpPr>
        <p:spPr>
          <a:xfrm>
            <a:off x="16426100" y="3340301"/>
            <a:ext cx="1333486" cy="303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56"/>
              </a:lnSpc>
            </a:pPr>
            <a:r>
              <a:rPr lang="en-US" sz="1963" b="1" dirty="0">
                <a:solidFill>
                  <a:srgbClr val="FCFD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{</a:t>
            </a:r>
            <a:r>
              <a:rPr lang="en-US" sz="1963" b="1" dirty="0" err="1">
                <a:solidFill>
                  <a:srgbClr val="FCFD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count_y</a:t>
            </a:r>
            <a:r>
              <a:rPr lang="en-US" sz="1963" b="1" dirty="0">
                <a:solidFill>
                  <a:srgbClr val="FCFD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}</a:t>
            </a:r>
          </a:p>
        </p:txBody>
      </p:sp>
      <p:sp>
        <p:nvSpPr>
          <p:cNvPr id="323" name="TextBox 189">
            <a:extLst>
              <a:ext uri="{FF2B5EF4-FFF2-40B4-BE49-F238E27FC236}">
                <a16:creationId xmlns:a16="http://schemas.microsoft.com/office/drawing/2014/main" id="{A65B37C0-B50D-37ED-E694-56FFEFA4F6CA}"/>
              </a:ext>
            </a:extLst>
          </p:cNvPr>
          <p:cNvSpPr txBox="1"/>
          <p:nvPr/>
        </p:nvSpPr>
        <p:spPr>
          <a:xfrm>
            <a:off x="13852573" y="2905864"/>
            <a:ext cx="1333486" cy="1192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142"/>
              </a:lnSpc>
            </a:pPr>
            <a:r>
              <a:rPr lang="en-US" sz="2618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{</a:t>
            </a:r>
            <a:r>
              <a:rPr lang="en-US" sz="2618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persentase_bb</a:t>
            </a:r>
            <a:r>
              <a:rPr lang="en-US" sz="2618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}</a:t>
            </a:r>
          </a:p>
        </p:txBody>
      </p:sp>
      <p:sp>
        <p:nvSpPr>
          <p:cNvPr id="324" name="TextBox 190">
            <a:extLst>
              <a:ext uri="{FF2B5EF4-FFF2-40B4-BE49-F238E27FC236}">
                <a16:creationId xmlns:a16="http://schemas.microsoft.com/office/drawing/2014/main" id="{4ACED468-67D7-85E6-82EB-3A42E9E832AE}"/>
              </a:ext>
            </a:extLst>
          </p:cNvPr>
          <p:cNvSpPr txBox="1"/>
          <p:nvPr/>
        </p:nvSpPr>
        <p:spPr>
          <a:xfrm>
            <a:off x="13852573" y="3340301"/>
            <a:ext cx="1333486" cy="303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56"/>
              </a:lnSpc>
            </a:pPr>
            <a:r>
              <a:rPr lang="en-US" sz="1963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{</a:t>
            </a:r>
            <a:r>
              <a:rPr lang="en-US" sz="1963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count_bb</a:t>
            </a:r>
            <a:r>
              <a:rPr lang="en-US" sz="1963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}</a:t>
            </a:r>
          </a:p>
        </p:txBody>
      </p:sp>
      <p:sp>
        <p:nvSpPr>
          <p:cNvPr id="325" name="TextBox 198">
            <a:extLst>
              <a:ext uri="{FF2B5EF4-FFF2-40B4-BE49-F238E27FC236}">
                <a16:creationId xmlns:a16="http://schemas.microsoft.com/office/drawing/2014/main" id="{9CA8E329-9304-C3D7-7F13-69FE286D55FA}"/>
              </a:ext>
            </a:extLst>
          </p:cNvPr>
          <p:cNvSpPr txBox="1"/>
          <p:nvPr/>
        </p:nvSpPr>
        <p:spPr>
          <a:xfrm>
            <a:off x="13924954" y="4388454"/>
            <a:ext cx="1333486" cy="79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142"/>
              </a:lnSpc>
            </a:pPr>
            <a:r>
              <a:rPr lang="en-US" sz="2618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{</a:t>
            </a:r>
            <a:r>
              <a:rPr lang="en-US" sz="2618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persentase_x</a:t>
            </a:r>
            <a:r>
              <a:rPr lang="en-US" sz="2618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}</a:t>
            </a:r>
          </a:p>
        </p:txBody>
      </p:sp>
      <p:sp>
        <p:nvSpPr>
          <p:cNvPr id="326" name="TextBox 199">
            <a:extLst>
              <a:ext uri="{FF2B5EF4-FFF2-40B4-BE49-F238E27FC236}">
                <a16:creationId xmlns:a16="http://schemas.microsoft.com/office/drawing/2014/main" id="{940D1693-BC32-6845-17E9-96ED921005FC}"/>
              </a:ext>
            </a:extLst>
          </p:cNvPr>
          <p:cNvSpPr txBox="1"/>
          <p:nvPr/>
        </p:nvSpPr>
        <p:spPr>
          <a:xfrm>
            <a:off x="13906407" y="4875753"/>
            <a:ext cx="1333486" cy="303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56"/>
              </a:lnSpc>
            </a:pPr>
            <a:r>
              <a:rPr lang="en-US" sz="1963" b="1" dirty="0">
                <a:solidFill>
                  <a:srgbClr val="FCFD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{</a:t>
            </a:r>
            <a:r>
              <a:rPr lang="en-US" sz="1963" b="1" dirty="0" err="1">
                <a:solidFill>
                  <a:srgbClr val="FCFD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count_x</a:t>
            </a:r>
            <a:r>
              <a:rPr lang="en-US" sz="1963" b="1" dirty="0">
                <a:solidFill>
                  <a:srgbClr val="FCFD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}</a:t>
            </a:r>
          </a:p>
        </p:txBody>
      </p:sp>
      <p:sp>
        <p:nvSpPr>
          <p:cNvPr id="327" name="TextBox 207">
            <a:extLst>
              <a:ext uri="{FF2B5EF4-FFF2-40B4-BE49-F238E27FC236}">
                <a16:creationId xmlns:a16="http://schemas.microsoft.com/office/drawing/2014/main" id="{1E01DE9A-2B35-B73E-B878-FDE9F82CE4DE}"/>
              </a:ext>
            </a:extLst>
          </p:cNvPr>
          <p:cNvSpPr txBox="1"/>
          <p:nvPr/>
        </p:nvSpPr>
        <p:spPr>
          <a:xfrm>
            <a:off x="527789" y="9334500"/>
            <a:ext cx="964245" cy="2254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36"/>
              </a:lnSpc>
            </a:pPr>
            <a:r>
              <a:rPr 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SD - SMA</a:t>
            </a:r>
          </a:p>
        </p:txBody>
      </p:sp>
      <p:sp>
        <p:nvSpPr>
          <p:cNvPr id="328" name="TextBox 208">
            <a:extLst>
              <a:ext uri="{FF2B5EF4-FFF2-40B4-BE49-F238E27FC236}">
                <a16:creationId xmlns:a16="http://schemas.microsoft.com/office/drawing/2014/main" id="{5490F4D4-A250-4119-7E34-1626A07BCB92}"/>
              </a:ext>
            </a:extLst>
          </p:cNvPr>
          <p:cNvSpPr txBox="1"/>
          <p:nvPr/>
        </p:nvSpPr>
        <p:spPr>
          <a:xfrm>
            <a:off x="1684748" y="9334500"/>
            <a:ext cx="886663" cy="225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6"/>
              </a:lnSpc>
            </a:pPr>
            <a:r>
              <a:rPr 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 - DIII</a:t>
            </a:r>
          </a:p>
        </p:txBody>
      </p:sp>
      <p:sp>
        <p:nvSpPr>
          <p:cNvPr id="329" name="TextBox 209">
            <a:extLst>
              <a:ext uri="{FF2B5EF4-FFF2-40B4-BE49-F238E27FC236}">
                <a16:creationId xmlns:a16="http://schemas.microsoft.com/office/drawing/2014/main" id="{40930771-BD2C-ECCB-F4A1-23A69B10DDC6}"/>
              </a:ext>
            </a:extLst>
          </p:cNvPr>
          <p:cNvSpPr txBox="1"/>
          <p:nvPr/>
        </p:nvSpPr>
        <p:spPr>
          <a:xfrm>
            <a:off x="2679563" y="9334500"/>
            <a:ext cx="978037" cy="2254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36"/>
              </a:lnSpc>
            </a:pPr>
            <a:r>
              <a:rPr 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DIV/S1/</a:t>
            </a:r>
            <a:r>
              <a:rPr lang="en-US" sz="1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Profesi</a:t>
            </a:r>
            <a:endParaRPr lang="en-US" sz="1000" b="1" dirty="0">
              <a:solidFill>
                <a:schemeClr val="tx1">
                  <a:lumMod val="65000"/>
                  <a:lumOff val="35000"/>
                </a:schemeClr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330" name="TextBox 210">
            <a:extLst>
              <a:ext uri="{FF2B5EF4-FFF2-40B4-BE49-F238E27FC236}">
                <a16:creationId xmlns:a16="http://schemas.microsoft.com/office/drawing/2014/main" id="{6E88D595-5ED0-827A-6E36-D81A7320CD5D}"/>
              </a:ext>
            </a:extLst>
          </p:cNvPr>
          <p:cNvSpPr txBox="1"/>
          <p:nvPr/>
        </p:nvSpPr>
        <p:spPr>
          <a:xfrm>
            <a:off x="3807046" y="9334500"/>
            <a:ext cx="876586" cy="2254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36"/>
              </a:lnSpc>
            </a:pPr>
            <a:r>
              <a:rPr 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S2/</a:t>
            </a:r>
            <a:r>
              <a:rPr lang="en-US" sz="1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Spesialis</a:t>
            </a:r>
            <a:endParaRPr lang="en-US" sz="1000" b="1" dirty="0">
              <a:solidFill>
                <a:schemeClr val="tx1">
                  <a:lumMod val="65000"/>
                  <a:lumOff val="35000"/>
                </a:schemeClr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331" name="TextBox 211">
            <a:extLst>
              <a:ext uri="{FF2B5EF4-FFF2-40B4-BE49-F238E27FC236}">
                <a16:creationId xmlns:a16="http://schemas.microsoft.com/office/drawing/2014/main" id="{C8CE0CAC-3756-D9CA-5583-CAEABF186F77}"/>
              </a:ext>
            </a:extLst>
          </p:cNvPr>
          <p:cNvSpPr txBox="1"/>
          <p:nvPr/>
        </p:nvSpPr>
        <p:spPr>
          <a:xfrm>
            <a:off x="4833078" y="9334500"/>
            <a:ext cx="993826" cy="2254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36"/>
              </a:lnSpc>
            </a:pPr>
            <a:r>
              <a:rPr lang="en-US" sz="1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S3/</a:t>
            </a:r>
            <a:r>
              <a:rPr lang="en-US" sz="1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Subspesialis</a:t>
            </a:r>
            <a:endParaRPr lang="en-US" sz="1000" b="1" dirty="0">
              <a:solidFill>
                <a:schemeClr val="tx1">
                  <a:lumMod val="65000"/>
                  <a:lumOff val="35000"/>
                </a:schemeClr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342" name="TextBox 251">
            <a:extLst>
              <a:ext uri="{FF2B5EF4-FFF2-40B4-BE49-F238E27FC236}">
                <a16:creationId xmlns:a16="http://schemas.microsoft.com/office/drawing/2014/main" id="{8138CB91-D292-A32A-2FAE-627B1045890E}"/>
              </a:ext>
            </a:extLst>
          </p:cNvPr>
          <p:cNvSpPr txBox="1"/>
          <p:nvPr/>
        </p:nvSpPr>
        <p:spPr>
          <a:xfrm>
            <a:off x="7416492" y="7235316"/>
            <a:ext cx="298634" cy="23083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b="1" dirty="0">
                <a:solidFill>
                  <a:schemeClr val="bg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{</a:t>
            </a:r>
            <a:r>
              <a:rPr lang="en-US" sz="1500" b="1" dirty="0" err="1">
                <a:solidFill>
                  <a:schemeClr val="bg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persentase_vis_struktural</a:t>
            </a:r>
            <a:r>
              <a:rPr lang="en-US" sz="1500" b="1" dirty="0">
                <a:solidFill>
                  <a:schemeClr val="bg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}</a:t>
            </a:r>
          </a:p>
        </p:txBody>
      </p:sp>
      <p:sp>
        <p:nvSpPr>
          <p:cNvPr id="343" name="TextBox 252">
            <a:extLst>
              <a:ext uri="{FF2B5EF4-FFF2-40B4-BE49-F238E27FC236}">
                <a16:creationId xmlns:a16="http://schemas.microsoft.com/office/drawing/2014/main" id="{734F497A-A9E1-0F82-AF84-1F9CD61FBBCC}"/>
              </a:ext>
            </a:extLst>
          </p:cNvPr>
          <p:cNvSpPr txBox="1"/>
          <p:nvPr/>
        </p:nvSpPr>
        <p:spPr>
          <a:xfrm>
            <a:off x="7162800" y="7439608"/>
            <a:ext cx="747816" cy="6924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{</a:t>
            </a:r>
            <a:r>
              <a:rPr lang="en-US" sz="15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count_struktural</a:t>
            </a:r>
            <a:r>
              <a:rPr lang="en-US" sz="15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}</a:t>
            </a:r>
          </a:p>
        </p:txBody>
      </p:sp>
      <p:sp>
        <p:nvSpPr>
          <p:cNvPr id="344" name="TextBox 273">
            <a:extLst>
              <a:ext uri="{FF2B5EF4-FFF2-40B4-BE49-F238E27FC236}">
                <a16:creationId xmlns:a16="http://schemas.microsoft.com/office/drawing/2014/main" id="{59937AD8-5B4E-BA47-EF3B-7C8C73A8747D}"/>
              </a:ext>
            </a:extLst>
          </p:cNvPr>
          <p:cNvSpPr txBox="1"/>
          <p:nvPr/>
        </p:nvSpPr>
        <p:spPr>
          <a:xfrm>
            <a:off x="8325050" y="7790897"/>
            <a:ext cx="161057" cy="1071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199"/>
              </a:lnSpc>
            </a:pPr>
            <a:r>
              <a:rPr lang="en-US" sz="9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{</a:t>
            </a:r>
            <a:r>
              <a:rPr lang="en-US" sz="999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count_jptu</a:t>
            </a:r>
            <a:r>
              <a:rPr lang="en-US" sz="9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}</a:t>
            </a:r>
          </a:p>
        </p:txBody>
      </p:sp>
      <p:sp>
        <p:nvSpPr>
          <p:cNvPr id="345" name="TextBox 274">
            <a:extLst>
              <a:ext uri="{FF2B5EF4-FFF2-40B4-BE49-F238E27FC236}">
                <a16:creationId xmlns:a16="http://schemas.microsoft.com/office/drawing/2014/main" id="{CFB36054-B4AD-FF0A-31AA-6E9A7921F4F3}"/>
              </a:ext>
            </a:extLst>
          </p:cNvPr>
          <p:cNvSpPr txBox="1"/>
          <p:nvPr/>
        </p:nvSpPr>
        <p:spPr>
          <a:xfrm>
            <a:off x="8413479" y="8011319"/>
            <a:ext cx="72628" cy="1995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199"/>
              </a:lnSpc>
            </a:pPr>
            <a:r>
              <a:rPr lang="en-US" sz="9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{</a:t>
            </a:r>
            <a:r>
              <a:rPr lang="en-US" sz="999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count_pjptu</a:t>
            </a:r>
            <a:r>
              <a:rPr lang="en-US" sz="9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}</a:t>
            </a:r>
          </a:p>
        </p:txBody>
      </p:sp>
      <p:sp>
        <p:nvSpPr>
          <p:cNvPr id="346" name="TextBox 275">
            <a:extLst>
              <a:ext uri="{FF2B5EF4-FFF2-40B4-BE49-F238E27FC236}">
                <a16:creationId xmlns:a16="http://schemas.microsoft.com/office/drawing/2014/main" id="{11420B7D-F7E0-30A9-3215-838E625E8E61}"/>
              </a:ext>
            </a:extLst>
          </p:cNvPr>
          <p:cNvSpPr txBox="1"/>
          <p:nvPr/>
        </p:nvSpPr>
        <p:spPr>
          <a:xfrm>
            <a:off x="8229600" y="8231741"/>
            <a:ext cx="256507" cy="6101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199"/>
              </a:lnSpc>
            </a:pPr>
            <a:r>
              <a:rPr lang="en-US" sz="9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{</a:t>
            </a:r>
            <a:r>
              <a:rPr lang="en-US" sz="999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count_jptm</a:t>
            </a:r>
            <a:r>
              <a:rPr lang="en-US" sz="9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}</a:t>
            </a:r>
          </a:p>
        </p:txBody>
      </p:sp>
      <p:sp>
        <p:nvSpPr>
          <p:cNvPr id="347" name="TextBox 276">
            <a:extLst>
              <a:ext uri="{FF2B5EF4-FFF2-40B4-BE49-F238E27FC236}">
                <a16:creationId xmlns:a16="http://schemas.microsoft.com/office/drawing/2014/main" id="{EB40F4CA-5E1F-F713-81CC-C6FD3141C372}"/>
              </a:ext>
            </a:extLst>
          </p:cNvPr>
          <p:cNvSpPr txBox="1"/>
          <p:nvPr/>
        </p:nvSpPr>
        <p:spPr>
          <a:xfrm>
            <a:off x="8305800" y="8452067"/>
            <a:ext cx="180307" cy="9179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199"/>
              </a:lnSpc>
            </a:pPr>
            <a:r>
              <a:rPr lang="en-US" sz="9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{</a:t>
            </a:r>
            <a:r>
              <a:rPr lang="en-US" sz="999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count_pjptm</a:t>
            </a:r>
            <a:r>
              <a:rPr lang="en-US" sz="9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}</a:t>
            </a:r>
          </a:p>
        </p:txBody>
      </p:sp>
      <p:sp>
        <p:nvSpPr>
          <p:cNvPr id="348" name="TextBox 277">
            <a:extLst>
              <a:ext uri="{FF2B5EF4-FFF2-40B4-BE49-F238E27FC236}">
                <a16:creationId xmlns:a16="http://schemas.microsoft.com/office/drawing/2014/main" id="{3C43E2AF-E9E0-F5E7-8CAF-551602D7A48E}"/>
              </a:ext>
            </a:extLst>
          </p:cNvPr>
          <p:cNvSpPr txBox="1"/>
          <p:nvPr/>
        </p:nvSpPr>
        <p:spPr>
          <a:xfrm>
            <a:off x="8077200" y="8672393"/>
            <a:ext cx="408908" cy="4562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199"/>
              </a:lnSpc>
            </a:pPr>
            <a:r>
              <a:rPr lang="en-US" sz="9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{</a:t>
            </a:r>
            <a:r>
              <a:rPr lang="en-US" sz="999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count_jptp</a:t>
            </a:r>
            <a:r>
              <a:rPr lang="en-US" sz="9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}</a:t>
            </a:r>
          </a:p>
        </p:txBody>
      </p:sp>
      <p:sp>
        <p:nvSpPr>
          <p:cNvPr id="349" name="TextBox 278">
            <a:extLst>
              <a:ext uri="{FF2B5EF4-FFF2-40B4-BE49-F238E27FC236}">
                <a16:creationId xmlns:a16="http://schemas.microsoft.com/office/drawing/2014/main" id="{18E952CC-637E-B0D7-EAD3-2CDA6BB7168C}"/>
              </a:ext>
            </a:extLst>
          </p:cNvPr>
          <p:cNvSpPr txBox="1"/>
          <p:nvPr/>
        </p:nvSpPr>
        <p:spPr>
          <a:xfrm>
            <a:off x="8077200" y="8892719"/>
            <a:ext cx="408908" cy="6101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199"/>
              </a:lnSpc>
            </a:pPr>
            <a:r>
              <a:rPr lang="en-US" sz="9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{</a:t>
            </a:r>
            <a:r>
              <a:rPr lang="en-US" sz="999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count_administrator</a:t>
            </a:r>
            <a:r>
              <a:rPr lang="en-US" sz="9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}</a:t>
            </a:r>
          </a:p>
        </p:txBody>
      </p:sp>
      <p:sp>
        <p:nvSpPr>
          <p:cNvPr id="350" name="TextBox 279">
            <a:extLst>
              <a:ext uri="{FF2B5EF4-FFF2-40B4-BE49-F238E27FC236}">
                <a16:creationId xmlns:a16="http://schemas.microsoft.com/office/drawing/2014/main" id="{314A33D7-B402-2746-48D0-5786C74F16A6}"/>
              </a:ext>
            </a:extLst>
          </p:cNvPr>
          <p:cNvSpPr txBox="1"/>
          <p:nvPr/>
        </p:nvSpPr>
        <p:spPr>
          <a:xfrm>
            <a:off x="8001000" y="9117182"/>
            <a:ext cx="485108" cy="4562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199"/>
              </a:lnSpc>
            </a:pPr>
            <a:r>
              <a:rPr lang="en-US" sz="9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{</a:t>
            </a:r>
            <a:r>
              <a:rPr lang="en-US" sz="999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count_pengawas</a:t>
            </a:r>
            <a:r>
              <a:rPr lang="en-US" sz="9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}</a:t>
            </a:r>
          </a:p>
        </p:txBody>
      </p:sp>
      <p:sp>
        <p:nvSpPr>
          <p:cNvPr id="351" name="TextBox 282">
            <a:extLst>
              <a:ext uri="{FF2B5EF4-FFF2-40B4-BE49-F238E27FC236}">
                <a16:creationId xmlns:a16="http://schemas.microsoft.com/office/drawing/2014/main" id="{3E2502F6-07A0-7317-1B79-FF4AD69830D5}"/>
              </a:ext>
            </a:extLst>
          </p:cNvPr>
          <p:cNvSpPr txBox="1"/>
          <p:nvPr/>
        </p:nvSpPr>
        <p:spPr>
          <a:xfrm>
            <a:off x="8077200" y="9333372"/>
            <a:ext cx="408908" cy="4562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199"/>
              </a:lnSpc>
            </a:pPr>
            <a:r>
              <a:rPr lang="en-US" sz="9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{</a:t>
            </a:r>
            <a:r>
              <a:rPr lang="en-US" sz="999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count_eselon</a:t>
            </a:r>
            <a:r>
              <a:rPr lang="en-US" sz="9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}</a:t>
            </a:r>
          </a:p>
        </p:txBody>
      </p:sp>
      <p:sp>
        <p:nvSpPr>
          <p:cNvPr id="352" name="TextBox 280">
            <a:extLst>
              <a:ext uri="{FF2B5EF4-FFF2-40B4-BE49-F238E27FC236}">
                <a16:creationId xmlns:a16="http://schemas.microsoft.com/office/drawing/2014/main" id="{0B90F9AA-0562-6F03-2A75-A34CC1559E3D}"/>
              </a:ext>
            </a:extLst>
          </p:cNvPr>
          <p:cNvSpPr txBox="1"/>
          <p:nvPr/>
        </p:nvSpPr>
        <p:spPr>
          <a:xfrm>
            <a:off x="9142273" y="7439608"/>
            <a:ext cx="716448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1800"/>
              </a:lnSpc>
              <a:spcBef>
                <a:spcPct val="0"/>
              </a:spcBef>
            </a:pPr>
            <a:r>
              <a:rPr lang="en-US" sz="15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{</a:t>
            </a:r>
            <a:r>
              <a:rPr lang="en-US" sz="15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count_dosen</a:t>
            </a:r>
            <a:r>
              <a:rPr lang="en-US" sz="15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}</a:t>
            </a:r>
          </a:p>
        </p:txBody>
      </p:sp>
      <p:sp>
        <p:nvSpPr>
          <p:cNvPr id="353" name="TextBox 281">
            <a:extLst>
              <a:ext uri="{FF2B5EF4-FFF2-40B4-BE49-F238E27FC236}">
                <a16:creationId xmlns:a16="http://schemas.microsoft.com/office/drawing/2014/main" id="{9DE3EA85-7B0D-73F0-CD46-D230C16BC0C7}"/>
              </a:ext>
            </a:extLst>
          </p:cNvPr>
          <p:cNvSpPr txBox="1"/>
          <p:nvPr/>
        </p:nvSpPr>
        <p:spPr>
          <a:xfrm>
            <a:off x="9364596" y="7235316"/>
            <a:ext cx="281925" cy="25391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b="1" dirty="0">
                <a:solidFill>
                  <a:schemeClr val="bg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{</a:t>
            </a:r>
            <a:r>
              <a:rPr lang="en-US" sz="1500" b="1" dirty="0" err="1">
                <a:solidFill>
                  <a:schemeClr val="bg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persentase_vis_dosen</a:t>
            </a:r>
            <a:r>
              <a:rPr lang="en-US" sz="1500" b="1" dirty="0">
                <a:solidFill>
                  <a:schemeClr val="bg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}</a:t>
            </a:r>
          </a:p>
        </p:txBody>
      </p:sp>
      <p:sp>
        <p:nvSpPr>
          <p:cNvPr id="354" name="TextBox 290">
            <a:extLst>
              <a:ext uri="{FF2B5EF4-FFF2-40B4-BE49-F238E27FC236}">
                <a16:creationId xmlns:a16="http://schemas.microsoft.com/office/drawing/2014/main" id="{60C6F295-0FF0-76F8-4796-88760A46AE96}"/>
              </a:ext>
            </a:extLst>
          </p:cNvPr>
          <p:cNvSpPr txBox="1"/>
          <p:nvPr/>
        </p:nvSpPr>
        <p:spPr>
          <a:xfrm>
            <a:off x="9714043" y="7788770"/>
            <a:ext cx="516822" cy="4562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199"/>
              </a:lnSpc>
              <a:spcBef>
                <a:spcPct val="0"/>
              </a:spcBef>
            </a:pPr>
            <a:r>
              <a:rPr lang="en-US" sz="999" b="1" dirty="0">
                <a:solidFill>
                  <a:srgbClr val="FCFD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{</a:t>
            </a:r>
            <a:r>
              <a:rPr lang="en-US" sz="999" b="1" dirty="0" err="1">
                <a:solidFill>
                  <a:srgbClr val="FCFD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count_pns_dosen</a:t>
            </a:r>
            <a:r>
              <a:rPr lang="en-US" sz="999" b="1" dirty="0">
                <a:solidFill>
                  <a:srgbClr val="FCFD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}</a:t>
            </a:r>
          </a:p>
        </p:txBody>
      </p:sp>
      <p:sp>
        <p:nvSpPr>
          <p:cNvPr id="355" name="TextBox 296">
            <a:extLst>
              <a:ext uri="{FF2B5EF4-FFF2-40B4-BE49-F238E27FC236}">
                <a16:creationId xmlns:a16="http://schemas.microsoft.com/office/drawing/2014/main" id="{E5A5872F-F182-7D03-548F-B18CDF25ABDD}"/>
              </a:ext>
            </a:extLst>
          </p:cNvPr>
          <p:cNvSpPr txBox="1"/>
          <p:nvPr/>
        </p:nvSpPr>
        <p:spPr>
          <a:xfrm>
            <a:off x="9829800" y="8010377"/>
            <a:ext cx="401066" cy="6101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199"/>
              </a:lnSpc>
              <a:spcBef>
                <a:spcPct val="0"/>
              </a:spcBef>
            </a:pPr>
            <a:r>
              <a:rPr lang="en-US" sz="999" b="1" dirty="0">
                <a:solidFill>
                  <a:srgbClr val="FCFD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{count_p3k_dosen}</a:t>
            </a:r>
          </a:p>
        </p:txBody>
      </p:sp>
      <p:sp>
        <p:nvSpPr>
          <p:cNvPr id="356" name="TextBox 298">
            <a:extLst>
              <a:ext uri="{FF2B5EF4-FFF2-40B4-BE49-F238E27FC236}">
                <a16:creationId xmlns:a16="http://schemas.microsoft.com/office/drawing/2014/main" id="{CE2E4A4C-F4B9-E016-E3D8-276840CA9B50}"/>
              </a:ext>
            </a:extLst>
          </p:cNvPr>
          <p:cNvSpPr txBox="1"/>
          <p:nvPr/>
        </p:nvSpPr>
        <p:spPr>
          <a:xfrm>
            <a:off x="9982200" y="8220122"/>
            <a:ext cx="248665" cy="9179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199"/>
              </a:lnSpc>
              <a:spcBef>
                <a:spcPct val="0"/>
              </a:spcBef>
            </a:pPr>
            <a:r>
              <a:rPr lang="en-US" sz="999" b="1" dirty="0">
                <a:solidFill>
                  <a:srgbClr val="FCFD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{</a:t>
            </a:r>
            <a:r>
              <a:rPr lang="en-US" sz="999" b="1" dirty="0" err="1">
                <a:solidFill>
                  <a:srgbClr val="FCFD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count_pw_dosen</a:t>
            </a:r>
            <a:r>
              <a:rPr lang="en-US" sz="999" b="1" dirty="0">
                <a:solidFill>
                  <a:srgbClr val="FCFDF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}</a:t>
            </a:r>
          </a:p>
        </p:txBody>
      </p:sp>
      <p:sp>
        <p:nvSpPr>
          <p:cNvPr id="357" name="TextBox 255">
            <a:extLst>
              <a:ext uri="{FF2B5EF4-FFF2-40B4-BE49-F238E27FC236}">
                <a16:creationId xmlns:a16="http://schemas.microsoft.com/office/drawing/2014/main" id="{ECB9765A-1BEF-B435-4B31-BCE4A2CA0500}"/>
              </a:ext>
            </a:extLst>
          </p:cNvPr>
          <p:cNvSpPr txBox="1"/>
          <p:nvPr/>
        </p:nvSpPr>
        <p:spPr>
          <a:xfrm>
            <a:off x="11095823" y="7227953"/>
            <a:ext cx="415772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800"/>
              </a:lnSpc>
              <a:spcBef>
                <a:spcPct val="0"/>
              </a:spcBef>
            </a:pPr>
            <a:r>
              <a:rPr lang="en-US" sz="1500" b="1" u="none" strike="noStrike" dirty="0">
                <a:solidFill>
                  <a:schemeClr val="bg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{</a:t>
            </a:r>
            <a:r>
              <a:rPr lang="en-US" sz="1500" b="1" u="none" strike="noStrike" dirty="0" err="1">
                <a:solidFill>
                  <a:schemeClr val="bg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persentase_vis_guru</a:t>
            </a:r>
            <a:r>
              <a:rPr lang="en-US" sz="1500" b="1" u="none" strike="noStrike" dirty="0">
                <a:solidFill>
                  <a:schemeClr val="bg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}</a:t>
            </a:r>
          </a:p>
        </p:txBody>
      </p:sp>
      <p:sp>
        <p:nvSpPr>
          <p:cNvPr id="358" name="TextBox 256">
            <a:extLst>
              <a:ext uri="{FF2B5EF4-FFF2-40B4-BE49-F238E27FC236}">
                <a16:creationId xmlns:a16="http://schemas.microsoft.com/office/drawing/2014/main" id="{97E30650-EC8B-CD1A-C051-C28F997D4D36}"/>
              </a:ext>
            </a:extLst>
          </p:cNvPr>
          <p:cNvSpPr txBox="1"/>
          <p:nvPr/>
        </p:nvSpPr>
        <p:spPr>
          <a:xfrm>
            <a:off x="10830634" y="7439608"/>
            <a:ext cx="895551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1800"/>
              </a:lnSpc>
              <a:spcBef>
                <a:spcPct val="0"/>
              </a:spcBef>
            </a:pPr>
            <a:r>
              <a:rPr lang="en-US" sz="1500" b="1" u="none" strike="noStrike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{</a:t>
            </a:r>
            <a:r>
              <a:rPr lang="en-US" sz="1500" b="1" u="none" strike="noStrike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count_guru</a:t>
            </a:r>
            <a:r>
              <a:rPr lang="en-US" sz="1500" b="1" u="none" strike="noStrike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}</a:t>
            </a:r>
          </a:p>
        </p:txBody>
      </p:sp>
      <p:sp>
        <p:nvSpPr>
          <p:cNvPr id="359" name="TextBox 286">
            <a:extLst>
              <a:ext uri="{FF2B5EF4-FFF2-40B4-BE49-F238E27FC236}">
                <a16:creationId xmlns:a16="http://schemas.microsoft.com/office/drawing/2014/main" id="{4AC9CCB3-D231-ABD2-D2C3-DF0E48D3E73A}"/>
              </a:ext>
            </a:extLst>
          </p:cNvPr>
          <p:cNvSpPr txBox="1"/>
          <p:nvPr/>
        </p:nvSpPr>
        <p:spPr>
          <a:xfrm>
            <a:off x="11353801" y="7790050"/>
            <a:ext cx="656568" cy="302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199"/>
              </a:lnSpc>
            </a:pPr>
            <a:r>
              <a:rPr lang="en-US" sz="9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{</a:t>
            </a:r>
            <a:r>
              <a:rPr lang="en-US" sz="999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count_pns_guru</a:t>
            </a:r>
            <a:r>
              <a:rPr lang="en-US" sz="9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}</a:t>
            </a:r>
          </a:p>
        </p:txBody>
      </p:sp>
      <p:sp>
        <p:nvSpPr>
          <p:cNvPr id="360" name="TextBox 287">
            <a:extLst>
              <a:ext uri="{FF2B5EF4-FFF2-40B4-BE49-F238E27FC236}">
                <a16:creationId xmlns:a16="http://schemas.microsoft.com/office/drawing/2014/main" id="{C88498DA-F1D6-1ED3-FECE-6BC46E157798}"/>
              </a:ext>
            </a:extLst>
          </p:cNvPr>
          <p:cNvSpPr txBox="1"/>
          <p:nvPr/>
        </p:nvSpPr>
        <p:spPr>
          <a:xfrm>
            <a:off x="11511595" y="8011319"/>
            <a:ext cx="498773" cy="4562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199"/>
              </a:lnSpc>
            </a:pPr>
            <a:r>
              <a:rPr lang="en-US" sz="9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{count_p3k_guru}</a:t>
            </a:r>
          </a:p>
        </p:txBody>
      </p:sp>
      <p:sp>
        <p:nvSpPr>
          <p:cNvPr id="361" name="TextBox 288">
            <a:extLst>
              <a:ext uri="{FF2B5EF4-FFF2-40B4-BE49-F238E27FC236}">
                <a16:creationId xmlns:a16="http://schemas.microsoft.com/office/drawing/2014/main" id="{FEEB2FB9-CD98-126B-F1FD-D05BF8EB042F}"/>
              </a:ext>
            </a:extLst>
          </p:cNvPr>
          <p:cNvSpPr txBox="1"/>
          <p:nvPr/>
        </p:nvSpPr>
        <p:spPr>
          <a:xfrm>
            <a:off x="11506200" y="8229865"/>
            <a:ext cx="504168" cy="4562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199"/>
              </a:lnSpc>
            </a:pPr>
            <a:r>
              <a:rPr lang="en-US" sz="9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{</a:t>
            </a:r>
            <a:r>
              <a:rPr lang="en-US" sz="999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count_pw_guru</a:t>
            </a:r>
            <a:r>
              <a:rPr lang="en-US" sz="9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}</a:t>
            </a:r>
          </a:p>
        </p:txBody>
      </p:sp>
      <p:sp>
        <p:nvSpPr>
          <p:cNvPr id="362" name="TextBox 258">
            <a:extLst>
              <a:ext uri="{FF2B5EF4-FFF2-40B4-BE49-F238E27FC236}">
                <a16:creationId xmlns:a16="http://schemas.microsoft.com/office/drawing/2014/main" id="{1B42D163-AA46-BEE9-3D11-C9D71414AC70}"/>
              </a:ext>
            </a:extLst>
          </p:cNvPr>
          <p:cNvSpPr txBox="1"/>
          <p:nvPr/>
        </p:nvSpPr>
        <p:spPr>
          <a:xfrm>
            <a:off x="12821932" y="7235316"/>
            <a:ext cx="415772" cy="1615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b="1" dirty="0">
                <a:solidFill>
                  <a:schemeClr val="bg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{</a:t>
            </a:r>
            <a:r>
              <a:rPr lang="en-US" sz="1500" b="1" dirty="0" err="1">
                <a:solidFill>
                  <a:schemeClr val="bg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persentase_vis_kesehatan</a:t>
            </a:r>
            <a:r>
              <a:rPr lang="en-US" sz="1500" b="1" dirty="0">
                <a:solidFill>
                  <a:schemeClr val="bg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}</a:t>
            </a:r>
          </a:p>
        </p:txBody>
      </p:sp>
      <p:sp>
        <p:nvSpPr>
          <p:cNvPr id="363" name="TextBox 259">
            <a:extLst>
              <a:ext uri="{FF2B5EF4-FFF2-40B4-BE49-F238E27FC236}">
                <a16:creationId xmlns:a16="http://schemas.microsoft.com/office/drawing/2014/main" id="{8CF6E5E1-3BFA-08E3-9E47-14B89AD960C5}"/>
              </a:ext>
            </a:extLst>
          </p:cNvPr>
          <p:cNvSpPr txBox="1"/>
          <p:nvPr/>
        </p:nvSpPr>
        <p:spPr>
          <a:xfrm>
            <a:off x="12662686" y="7439608"/>
            <a:ext cx="748514" cy="6924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1800"/>
              </a:lnSpc>
            </a:pPr>
            <a:r>
              <a:rPr lang="en-US" sz="15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{</a:t>
            </a:r>
            <a:r>
              <a:rPr lang="en-US" sz="15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count_kesehatan</a:t>
            </a:r>
            <a:r>
              <a:rPr lang="en-US" sz="15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}</a:t>
            </a:r>
          </a:p>
        </p:txBody>
      </p:sp>
      <p:sp>
        <p:nvSpPr>
          <p:cNvPr id="364" name="TextBox 300">
            <a:extLst>
              <a:ext uri="{FF2B5EF4-FFF2-40B4-BE49-F238E27FC236}">
                <a16:creationId xmlns:a16="http://schemas.microsoft.com/office/drawing/2014/main" id="{A5F2CB90-235E-217E-0C9A-6921CBE8FB0C}"/>
              </a:ext>
            </a:extLst>
          </p:cNvPr>
          <p:cNvSpPr txBox="1"/>
          <p:nvPr/>
        </p:nvSpPr>
        <p:spPr>
          <a:xfrm>
            <a:off x="13237704" y="7790050"/>
            <a:ext cx="489221" cy="4562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199"/>
              </a:lnSpc>
            </a:pPr>
            <a:r>
              <a:rPr lang="en-US" sz="9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{</a:t>
            </a:r>
            <a:r>
              <a:rPr lang="en-US" sz="999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count_pns_nakes</a:t>
            </a:r>
            <a:r>
              <a:rPr lang="en-US" sz="9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}</a:t>
            </a:r>
          </a:p>
        </p:txBody>
      </p:sp>
      <p:sp>
        <p:nvSpPr>
          <p:cNvPr id="365" name="TextBox 302">
            <a:extLst>
              <a:ext uri="{FF2B5EF4-FFF2-40B4-BE49-F238E27FC236}">
                <a16:creationId xmlns:a16="http://schemas.microsoft.com/office/drawing/2014/main" id="{DB7EBE6D-48F9-52C8-F505-E2D877757FC6}"/>
              </a:ext>
            </a:extLst>
          </p:cNvPr>
          <p:cNvSpPr txBox="1"/>
          <p:nvPr/>
        </p:nvSpPr>
        <p:spPr>
          <a:xfrm>
            <a:off x="13237704" y="8010377"/>
            <a:ext cx="489221" cy="4562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199"/>
              </a:lnSpc>
            </a:pPr>
            <a:r>
              <a:rPr lang="en-US" sz="9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{count_p3k_nakes}</a:t>
            </a:r>
          </a:p>
        </p:txBody>
      </p:sp>
      <p:sp>
        <p:nvSpPr>
          <p:cNvPr id="366" name="TextBox 304">
            <a:extLst>
              <a:ext uri="{FF2B5EF4-FFF2-40B4-BE49-F238E27FC236}">
                <a16:creationId xmlns:a16="http://schemas.microsoft.com/office/drawing/2014/main" id="{DE037E70-5AE2-E32E-5787-EC0DFD1F8A37}"/>
              </a:ext>
            </a:extLst>
          </p:cNvPr>
          <p:cNvSpPr txBox="1"/>
          <p:nvPr/>
        </p:nvSpPr>
        <p:spPr>
          <a:xfrm>
            <a:off x="13237704" y="8229865"/>
            <a:ext cx="489221" cy="4562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199"/>
              </a:lnSpc>
            </a:pPr>
            <a:r>
              <a:rPr lang="en-US" sz="9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{</a:t>
            </a:r>
            <a:r>
              <a:rPr lang="en-US" sz="999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count_pw_nakes</a:t>
            </a:r>
            <a:r>
              <a:rPr lang="en-US" sz="9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}</a:t>
            </a:r>
          </a:p>
        </p:txBody>
      </p:sp>
      <p:sp>
        <p:nvSpPr>
          <p:cNvPr id="367" name="TextBox 261">
            <a:extLst>
              <a:ext uri="{FF2B5EF4-FFF2-40B4-BE49-F238E27FC236}">
                <a16:creationId xmlns:a16="http://schemas.microsoft.com/office/drawing/2014/main" id="{9EBCA712-0DB6-13BE-5FC6-72C6FF4B73A4}"/>
              </a:ext>
            </a:extLst>
          </p:cNvPr>
          <p:cNvSpPr txBox="1"/>
          <p:nvPr/>
        </p:nvSpPr>
        <p:spPr>
          <a:xfrm>
            <a:off x="14563178" y="7235316"/>
            <a:ext cx="415772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b="1" dirty="0">
                <a:solidFill>
                  <a:schemeClr val="bg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{</a:t>
            </a:r>
            <a:r>
              <a:rPr lang="en-US" sz="1500" b="1" dirty="0" err="1">
                <a:solidFill>
                  <a:schemeClr val="bg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persentase_vis_teknis</a:t>
            </a:r>
            <a:r>
              <a:rPr lang="en-US" sz="1500" b="1" dirty="0">
                <a:solidFill>
                  <a:schemeClr val="bg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}</a:t>
            </a:r>
          </a:p>
        </p:txBody>
      </p:sp>
      <p:sp>
        <p:nvSpPr>
          <p:cNvPr id="368" name="TextBox 262">
            <a:extLst>
              <a:ext uri="{FF2B5EF4-FFF2-40B4-BE49-F238E27FC236}">
                <a16:creationId xmlns:a16="http://schemas.microsoft.com/office/drawing/2014/main" id="{47B8D443-EE6A-114F-C1C8-2969DFCF41A6}"/>
              </a:ext>
            </a:extLst>
          </p:cNvPr>
          <p:cNvSpPr txBox="1"/>
          <p:nvPr/>
        </p:nvSpPr>
        <p:spPr>
          <a:xfrm>
            <a:off x="14403932" y="7439608"/>
            <a:ext cx="759868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{</a:t>
            </a:r>
            <a:r>
              <a:rPr lang="en-US" sz="15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count_teknis</a:t>
            </a:r>
            <a:r>
              <a:rPr lang="en-US" sz="15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}</a:t>
            </a:r>
          </a:p>
        </p:txBody>
      </p:sp>
      <p:sp>
        <p:nvSpPr>
          <p:cNvPr id="369" name="TextBox 293">
            <a:extLst>
              <a:ext uri="{FF2B5EF4-FFF2-40B4-BE49-F238E27FC236}">
                <a16:creationId xmlns:a16="http://schemas.microsoft.com/office/drawing/2014/main" id="{DE761376-EFF4-E2DB-E767-EE39CC03B3DE}"/>
              </a:ext>
            </a:extLst>
          </p:cNvPr>
          <p:cNvSpPr txBox="1"/>
          <p:nvPr/>
        </p:nvSpPr>
        <p:spPr>
          <a:xfrm>
            <a:off x="14935200" y="7783023"/>
            <a:ext cx="504190" cy="4562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199"/>
              </a:lnSpc>
            </a:pPr>
            <a:r>
              <a:rPr lang="en-US" sz="9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{</a:t>
            </a:r>
            <a:r>
              <a:rPr lang="en-US" sz="999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count_pns_teknis</a:t>
            </a:r>
            <a:r>
              <a:rPr lang="en-US" sz="9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}</a:t>
            </a:r>
          </a:p>
        </p:txBody>
      </p:sp>
      <p:sp>
        <p:nvSpPr>
          <p:cNvPr id="370" name="TextBox 294">
            <a:extLst>
              <a:ext uri="{FF2B5EF4-FFF2-40B4-BE49-F238E27FC236}">
                <a16:creationId xmlns:a16="http://schemas.microsoft.com/office/drawing/2014/main" id="{3B7E86D6-E80D-0995-EFC4-76B2DB2E5E0B}"/>
              </a:ext>
            </a:extLst>
          </p:cNvPr>
          <p:cNvSpPr txBox="1"/>
          <p:nvPr/>
        </p:nvSpPr>
        <p:spPr>
          <a:xfrm>
            <a:off x="14935200" y="7999231"/>
            <a:ext cx="504428" cy="4562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199"/>
              </a:lnSpc>
            </a:pPr>
            <a:r>
              <a:rPr lang="en-US" sz="9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{count_p3k_teknis}</a:t>
            </a:r>
          </a:p>
        </p:txBody>
      </p:sp>
      <p:sp>
        <p:nvSpPr>
          <p:cNvPr id="371" name="TextBox 231">
            <a:extLst>
              <a:ext uri="{FF2B5EF4-FFF2-40B4-BE49-F238E27FC236}">
                <a16:creationId xmlns:a16="http://schemas.microsoft.com/office/drawing/2014/main" id="{D39F0B17-29FC-C398-F68D-AF2F84950CB8}"/>
              </a:ext>
            </a:extLst>
          </p:cNvPr>
          <p:cNvSpPr txBox="1"/>
          <p:nvPr/>
        </p:nvSpPr>
        <p:spPr>
          <a:xfrm>
            <a:off x="16265668" y="7439608"/>
            <a:ext cx="879331" cy="6924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{</a:t>
            </a:r>
            <a:r>
              <a:rPr lang="en-US" sz="15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count_pelaksana</a:t>
            </a:r>
            <a:r>
              <a:rPr lang="en-US" sz="15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}</a:t>
            </a:r>
          </a:p>
        </p:txBody>
      </p:sp>
      <p:sp>
        <p:nvSpPr>
          <p:cNvPr id="372" name="TextBox 264">
            <a:extLst>
              <a:ext uri="{FF2B5EF4-FFF2-40B4-BE49-F238E27FC236}">
                <a16:creationId xmlns:a16="http://schemas.microsoft.com/office/drawing/2014/main" id="{CFCDF5E0-E74E-D28C-6EA5-C251CBA78607}"/>
              </a:ext>
            </a:extLst>
          </p:cNvPr>
          <p:cNvSpPr txBox="1"/>
          <p:nvPr/>
        </p:nvSpPr>
        <p:spPr>
          <a:xfrm>
            <a:off x="16535400" y="7227953"/>
            <a:ext cx="405295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b="1" dirty="0">
                <a:solidFill>
                  <a:schemeClr val="bg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{</a:t>
            </a:r>
            <a:r>
              <a:rPr lang="en-US" sz="1500" b="1" dirty="0" err="1">
                <a:solidFill>
                  <a:schemeClr val="bg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persentase_vis_pelaksana</a:t>
            </a:r>
            <a:r>
              <a:rPr lang="en-US" sz="1500" b="1" dirty="0">
                <a:solidFill>
                  <a:schemeClr val="bg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}</a:t>
            </a:r>
          </a:p>
        </p:txBody>
      </p:sp>
      <p:sp>
        <p:nvSpPr>
          <p:cNvPr id="373" name="TextBox 306">
            <a:extLst>
              <a:ext uri="{FF2B5EF4-FFF2-40B4-BE49-F238E27FC236}">
                <a16:creationId xmlns:a16="http://schemas.microsoft.com/office/drawing/2014/main" id="{8952F467-5C7E-5663-EC72-51D75B063482}"/>
              </a:ext>
            </a:extLst>
          </p:cNvPr>
          <p:cNvSpPr txBox="1"/>
          <p:nvPr/>
        </p:nvSpPr>
        <p:spPr>
          <a:xfrm>
            <a:off x="17145000" y="7785604"/>
            <a:ext cx="513044" cy="4562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199"/>
              </a:lnSpc>
            </a:pPr>
            <a:r>
              <a:rPr lang="en-US" sz="9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{</a:t>
            </a:r>
            <a:r>
              <a:rPr lang="en-US" sz="999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count_pns_pelaksana</a:t>
            </a:r>
            <a:r>
              <a:rPr lang="en-US" sz="9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}</a:t>
            </a:r>
          </a:p>
        </p:txBody>
      </p:sp>
      <p:sp>
        <p:nvSpPr>
          <p:cNvPr id="374" name="TextBox 308">
            <a:extLst>
              <a:ext uri="{FF2B5EF4-FFF2-40B4-BE49-F238E27FC236}">
                <a16:creationId xmlns:a16="http://schemas.microsoft.com/office/drawing/2014/main" id="{26EBD001-EB17-FBFB-399E-5C984A73F5E4}"/>
              </a:ext>
            </a:extLst>
          </p:cNvPr>
          <p:cNvSpPr txBox="1"/>
          <p:nvPr/>
        </p:nvSpPr>
        <p:spPr>
          <a:xfrm>
            <a:off x="17145000" y="7991403"/>
            <a:ext cx="513044" cy="4562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199"/>
              </a:lnSpc>
            </a:pPr>
            <a:r>
              <a:rPr lang="en-US" sz="9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{count_p3k_pelaksana}</a:t>
            </a:r>
          </a:p>
        </p:txBody>
      </p:sp>
      <p:sp>
        <p:nvSpPr>
          <p:cNvPr id="375" name="TextBox 310">
            <a:extLst>
              <a:ext uri="{FF2B5EF4-FFF2-40B4-BE49-F238E27FC236}">
                <a16:creationId xmlns:a16="http://schemas.microsoft.com/office/drawing/2014/main" id="{91FC2751-E822-25E6-F4E8-7DE2A7D0DEA7}"/>
              </a:ext>
            </a:extLst>
          </p:cNvPr>
          <p:cNvSpPr txBox="1"/>
          <p:nvPr/>
        </p:nvSpPr>
        <p:spPr>
          <a:xfrm>
            <a:off x="17145000" y="8226352"/>
            <a:ext cx="513044" cy="4562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199"/>
              </a:lnSpc>
            </a:pPr>
            <a:r>
              <a:rPr lang="en-US" sz="9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{</a:t>
            </a:r>
            <a:r>
              <a:rPr lang="en-US" sz="999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count_pw_pelaksana</a:t>
            </a:r>
            <a:r>
              <a:rPr lang="en-US" sz="9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}</a:t>
            </a:r>
          </a:p>
        </p:txBody>
      </p:sp>
      <p:sp>
        <p:nvSpPr>
          <p:cNvPr id="376" name="TextBox 297">
            <a:extLst>
              <a:ext uri="{FF2B5EF4-FFF2-40B4-BE49-F238E27FC236}">
                <a16:creationId xmlns:a16="http://schemas.microsoft.com/office/drawing/2014/main" id="{6A3A9974-C3C2-1B53-80D6-21AEE79A8136}"/>
              </a:ext>
            </a:extLst>
          </p:cNvPr>
          <p:cNvSpPr txBox="1"/>
          <p:nvPr/>
        </p:nvSpPr>
        <p:spPr>
          <a:xfrm>
            <a:off x="243158" y="9875802"/>
            <a:ext cx="1966642" cy="228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1" dirty="0" err="1">
                <a:solidFill>
                  <a:srgbClr val="1C73E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Sumber</a:t>
            </a:r>
            <a:r>
              <a:rPr lang="en-US" sz="1500" b="1" dirty="0">
                <a:solidFill>
                  <a:srgbClr val="1C73E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: </a:t>
            </a:r>
            <a:r>
              <a:rPr lang="en-US" sz="1500" b="1" dirty="0">
                <a:solidFill>
                  <a:srgbClr val="DE1D5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SIASN BKN</a:t>
            </a:r>
          </a:p>
        </p:txBody>
      </p:sp>
      <p:sp>
        <p:nvSpPr>
          <p:cNvPr id="377" name="TextBox 298">
            <a:extLst>
              <a:ext uri="{FF2B5EF4-FFF2-40B4-BE49-F238E27FC236}">
                <a16:creationId xmlns:a16="http://schemas.microsoft.com/office/drawing/2014/main" id="{C1D77A1D-B73D-988A-0082-9BF50C8AF16E}"/>
              </a:ext>
            </a:extLst>
          </p:cNvPr>
          <p:cNvSpPr txBox="1"/>
          <p:nvPr/>
        </p:nvSpPr>
        <p:spPr>
          <a:xfrm>
            <a:off x="10878764" y="9885610"/>
            <a:ext cx="7161609" cy="22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b="1" dirty="0">
                <a:solidFill>
                  <a:srgbClr val="1C73E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 </a:t>
            </a:r>
            <a:r>
              <a:rPr lang="en-US" sz="1500" b="1" dirty="0" err="1">
                <a:solidFill>
                  <a:srgbClr val="1C73E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Diolah</a:t>
            </a:r>
            <a:r>
              <a:rPr lang="en-US" sz="1500" b="1" dirty="0">
                <a:solidFill>
                  <a:srgbClr val="1C73E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oleh </a:t>
            </a:r>
            <a:r>
              <a:rPr lang="en-US" sz="1500" b="1" dirty="0" err="1">
                <a:solidFill>
                  <a:srgbClr val="DE1D5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Direktorat</a:t>
            </a:r>
            <a:r>
              <a:rPr lang="en-US" sz="1500" b="1" dirty="0">
                <a:solidFill>
                  <a:srgbClr val="DE1D5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1500" b="1" dirty="0" err="1">
                <a:solidFill>
                  <a:srgbClr val="DE1D5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Pengelolaan</a:t>
            </a:r>
            <a:r>
              <a:rPr lang="en-US" sz="1500" b="1" dirty="0">
                <a:solidFill>
                  <a:srgbClr val="DE1D5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Data dan </a:t>
            </a:r>
            <a:r>
              <a:rPr lang="en-US" sz="1500" b="1" dirty="0" err="1">
                <a:solidFill>
                  <a:srgbClr val="DE1D5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Penyajian</a:t>
            </a:r>
            <a:r>
              <a:rPr lang="en-US" sz="1500" b="1" dirty="0">
                <a:solidFill>
                  <a:srgbClr val="DE1D5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1500" b="1" dirty="0" err="1">
                <a:solidFill>
                  <a:srgbClr val="DE1D5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Informasi</a:t>
            </a:r>
            <a:r>
              <a:rPr lang="en-US" sz="1500" b="1" dirty="0">
                <a:solidFill>
                  <a:srgbClr val="DE1D5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ASN</a:t>
            </a:r>
          </a:p>
        </p:txBody>
      </p:sp>
      <p:sp>
        <p:nvSpPr>
          <p:cNvPr id="378" name="TextBox 297">
            <a:extLst>
              <a:ext uri="{FF2B5EF4-FFF2-40B4-BE49-F238E27FC236}">
                <a16:creationId xmlns:a16="http://schemas.microsoft.com/office/drawing/2014/main" id="{6C018956-9379-499C-D0CD-E2327A962559}"/>
              </a:ext>
            </a:extLst>
          </p:cNvPr>
          <p:cNvSpPr txBox="1"/>
          <p:nvPr/>
        </p:nvSpPr>
        <p:spPr>
          <a:xfrm>
            <a:off x="8015558" y="9891005"/>
            <a:ext cx="1966642" cy="228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b="1" dirty="0">
                <a:solidFill>
                  <a:srgbClr val="E0E0E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-YN-</a:t>
            </a:r>
          </a:p>
        </p:txBody>
      </p:sp>
      <p:sp>
        <p:nvSpPr>
          <p:cNvPr id="380" name="TextBox 6">
            <a:extLst>
              <a:ext uri="{FF2B5EF4-FFF2-40B4-BE49-F238E27FC236}">
                <a16:creationId xmlns:a16="http://schemas.microsoft.com/office/drawing/2014/main" id="{7AF20880-B62F-6E02-F706-DD1C37DF6DB1}"/>
              </a:ext>
            </a:extLst>
          </p:cNvPr>
          <p:cNvSpPr txBox="1"/>
          <p:nvPr/>
        </p:nvSpPr>
        <p:spPr>
          <a:xfrm>
            <a:off x="6400800" y="1141232"/>
            <a:ext cx="5562599" cy="457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 PER {</a:t>
            </a:r>
            <a:r>
              <a:rPr lang="en-US" sz="30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tanggal_data</a:t>
            </a:r>
            <a:r>
              <a:rPr lang="en-US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}</a:t>
            </a:r>
          </a:p>
        </p:txBody>
      </p:sp>
      <p:pic>
        <p:nvPicPr>
          <p:cNvPr id="49" name="Picture 26">
            <a:extLst>
              <a:ext uri="{FF2B5EF4-FFF2-40B4-BE49-F238E27FC236}">
                <a16:creationId xmlns:a16="http://schemas.microsoft.com/office/drawing/2014/main" id="{B4A2CCA4-3803-A9FE-4ADF-592E2BD0E2C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793" y="1896891"/>
            <a:ext cx="3214591" cy="3214591"/>
          </a:xfrm>
          <a:prstGeom prst="rect">
            <a:avLst/>
          </a:prstGeom>
        </p:spPr>
      </p:pic>
      <p:sp>
        <p:nvSpPr>
          <p:cNvPr id="303" name="TextBox 48">
            <a:extLst>
              <a:ext uri="{FF2B5EF4-FFF2-40B4-BE49-F238E27FC236}">
                <a16:creationId xmlns:a16="http://schemas.microsoft.com/office/drawing/2014/main" id="{37F2C7E8-D9D4-63C4-4334-A2999CC05A1C}"/>
              </a:ext>
            </a:extLst>
          </p:cNvPr>
          <p:cNvSpPr txBox="1"/>
          <p:nvPr/>
        </p:nvSpPr>
        <p:spPr>
          <a:xfrm>
            <a:off x="1828801" y="2660734"/>
            <a:ext cx="777756" cy="25997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7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{</a:t>
            </a:r>
            <a:r>
              <a:rPr lang="en-US" sz="2799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persentase_vis_wanita</a:t>
            </a:r>
            <a:r>
              <a:rPr lang="en-US" sz="27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}</a:t>
            </a:r>
          </a:p>
        </p:txBody>
      </p:sp>
      <p:sp>
        <p:nvSpPr>
          <p:cNvPr id="304" name="TextBox 52">
            <a:extLst>
              <a:ext uri="{FF2B5EF4-FFF2-40B4-BE49-F238E27FC236}">
                <a16:creationId xmlns:a16="http://schemas.microsoft.com/office/drawing/2014/main" id="{5F94D436-B8CD-FF1D-2A87-399F8DF479EA}"/>
              </a:ext>
            </a:extLst>
          </p:cNvPr>
          <p:cNvSpPr txBox="1"/>
          <p:nvPr/>
        </p:nvSpPr>
        <p:spPr>
          <a:xfrm>
            <a:off x="1384752" y="3995062"/>
            <a:ext cx="777756" cy="25997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7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{</a:t>
            </a:r>
            <a:r>
              <a:rPr lang="en-US" sz="2799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persentase_vis_pria</a:t>
            </a:r>
            <a:r>
              <a:rPr lang="en-US" sz="27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}</a:t>
            </a:r>
          </a:p>
        </p:txBody>
      </p:sp>
      <p:pic>
        <p:nvPicPr>
          <p:cNvPr id="53" name="Picture 27">
            <a:extLst>
              <a:ext uri="{FF2B5EF4-FFF2-40B4-BE49-F238E27FC236}">
                <a16:creationId xmlns:a16="http://schemas.microsoft.com/office/drawing/2014/main" id="{F7221D5C-6611-A7F3-BA4D-686FA6C5E26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483727" y="1866900"/>
            <a:ext cx="3221873" cy="3221873"/>
          </a:xfrm>
          <a:prstGeom prst="rect">
            <a:avLst/>
          </a:prstGeom>
        </p:spPr>
      </p:pic>
      <p:sp>
        <p:nvSpPr>
          <p:cNvPr id="86" name="Freeform 42">
            <a:extLst>
              <a:ext uri="{FF2B5EF4-FFF2-40B4-BE49-F238E27FC236}">
                <a16:creationId xmlns:a16="http://schemas.microsoft.com/office/drawing/2014/main" id="{F27914F6-5A2B-8714-ABF7-969E72355730}"/>
              </a:ext>
            </a:extLst>
          </p:cNvPr>
          <p:cNvSpPr/>
          <p:nvPr/>
        </p:nvSpPr>
        <p:spPr>
          <a:xfrm>
            <a:off x="5084565" y="3788093"/>
            <a:ext cx="1480407" cy="934507"/>
          </a:xfrm>
          <a:custGeom>
            <a:avLst/>
            <a:gdLst/>
            <a:ahLst/>
            <a:cxnLst/>
            <a:rect l="l" t="t" r="r" b="b"/>
            <a:pathLst>
              <a:path w="1480407" h="934507">
                <a:moveTo>
                  <a:pt x="0" y="0"/>
                </a:moveTo>
                <a:lnTo>
                  <a:pt x="1480407" y="0"/>
                </a:lnTo>
                <a:lnTo>
                  <a:pt x="1480407" y="934507"/>
                </a:lnTo>
                <a:lnTo>
                  <a:pt x="0" y="934507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9" name="TextBox 49">
            <a:extLst>
              <a:ext uri="{FF2B5EF4-FFF2-40B4-BE49-F238E27FC236}">
                <a16:creationId xmlns:a16="http://schemas.microsoft.com/office/drawing/2014/main" id="{352ECA08-E718-7A70-E230-E93BF92302BB}"/>
              </a:ext>
            </a:extLst>
          </p:cNvPr>
          <p:cNvSpPr txBox="1"/>
          <p:nvPr/>
        </p:nvSpPr>
        <p:spPr>
          <a:xfrm>
            <a:off x="3620774" y="4096859"/>
            <a:ext cx="1425969" cy="1727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7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{</a:t>
            </a:r>
            <a:r>
              <a:rPr lang="en-US" sz="2799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persentase_vis_daerah</a:t>
            </a:r>
            <a:r>
              <a:rPr lang="en-US" sz="27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}</a:t>
            </a:r>
          </a:p>
        </p:txBody>
      </p:sp>
      <p:sp>
        <p:nvSpPr>
          <p:cNvPr id="310" name="TextBox 53">
            <a:extLst>
              <a:ext uri="{FF2B5EF4-FFF2-40B4-BE49-F238E27FC236}">
                <a16:creationId xmlns:a16="http://schemas.microsoft.com/office/drawing/2014/main" id="{00FB5F42-F8DF-6263-275E-2DA61D8EFC7B}"/>
              </a:ext>
            </a:extLst>
          </p:cNvPr>
          <p:cNvSpPr txBox="1"/>
          <p:nvPr/>
        </p:nvSpPr>
        <p:spPr>
          <a:xfrm>
            <a:off x="3496917" y="2521520"/>
            <a:ext cx="1425969" cy="129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7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{</a:t>
            </a:r>
            <a:r>
              <a:rPr lang="en-US" sz="2799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persentase_vis_pusat</a:t>
            </a:r>
            <a:r>
              <a:rPr lang="en-US" sz="27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480</Words>
  <Application>Microsoft Office PowerPoint</Application>
  <PresentationFormat>Custom</PresentationFormat>
  <Paragraphs>113</Paragraphs>
  <Slides>1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Open Sans Bold Italics</vt:lpstr>
      <vt:lpstr>Arial</vt:lpstr>
      <vt:lpstr>Arial Bold</vt:lpstr>
      <vt:lpstr>Calibri</vt:lpstr>
      <vt:lpstr>Open Sans</vt:lpstr>
      <vt:lpstr>Open Sans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Infografis Penyajian</dc:title>
  <cp:lastModifiedBy>Yofadikara Nurrohman</cp:lastModifiedBy>
  <cp:revision>3</cp:revision>
  <dcterms:created xsi:type="dcterms:W3CDTF">2006-08-16T00:00:00Z</dcterms:created>
  <dcterms:modified xsi:type="dcterms:W3CDTF">2026-09-17T02:17:10Z</dcterms:modified>
  <dc:identifier>DAG9dfMjtYk</dc:identifier>
</cp:coreProperties>
</file>