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4" r:id="rId1"/>
  </p:sldMasterIdLst>
  <p:notesMasterIdLst>
    <p:notesMasterId r:id="rId3"/>
  </p:notesMasterIdLst>
  <p:sldIdLst>
    <p:sldId id="260" r:id="rId2"/>
  </p:sldIdLst>
  <p:sldSz cx="9144000" cy="5143500" type="screen16x9"/>
  <p:notesSz cx="6858000" cy="9144000"/>
  <p:embeddedFontLst>
    <p:embeddedFont>
      <p:font typeface="Anton" pitchFamily="2" charset="0"/>
      <p:regular r:id="rId4"/>
    </p:embeddedFont>
    <p:embeddedFont>
      <p:font typeface="Barlow Condensed" panose="00000506000000000000" pitchFamily="2" charset="0"/>
      <p:regular r:id="rId5"/>
      <p:bold r:id="rId6"/>
      <p:italic r:id="rId7"/>
      <p:boldItalic r:id="rId8"/>
    </p:embeddedFont>
    <p:embeddedFont>
      <p:font typeface="League Spartan" panose="020B0604020202020204" charset="0"/>
      <p:regular r:id="rId9"/>
      <p:bold r:id="rId10"/>
    </p:embeddedFont>
    <p:embeddedFont>
      <p:font typeface="Montserrat" panose="00000500000000000000" pitchFamily="2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ExtraBold" panose="020B0906030804020204" pitchFamily="34" charset="0"/>
      <p:bold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1457"/>
    <a:srgbClr val="193985"/>
    <a:srgbClr val="535E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60487B-A31E-4291-9FF1-7AE1C1612F53}">
  <a:tblStyle styleId="{2460487B-A31E-4291-9FF1-7AE1C1612F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3F93C65-BEC1-43AD-96CD-C93F1471F904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tcBdr/>
        <a:fill>
          <a:solidFill>
            <a:srgbClr val="CDD8F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8F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0F85656-D600-4719-A35F-AFD5DBD34002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DDC29A4-E0C2-472D-865B-C5B94ECA31F5}" styleName="Table_3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78" autoAdjust="0"/>
  </p:normalViewPr>
  <p:slideViewPr>
    <p:cSldViewPr snapToGrid="0">
      <p:cViewPr varScale="1">
        <p:scale>
          <a:sx n="81" d="100"/>
          <a:sy n="81" d="100"/>
        </p:scale>
        <p:origin x="500" y="-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font" Target="fonts/font15.fntdata"/><Relationship Id="rId3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24" Type="http://schemas.openxmlformats.org/officeDocument/2006/relationships/tableStyles" Target="tableStyles.xml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23" Type="http://schemas.openxmlformats.org/officeDocument/2006/relationships/theme" Target="theme/theme1.xml"/><Relationship Id="rId10" Type="http://schemas.openxmlformats.org/officeDocument/2006/relationships/font" Target="fonts/font7.fntdata"/><Relationship Id="rId19" Type="http://schemas.openxmlformats.org/officeDocument/2006/relationships/font" Target="fonts/font16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a60eba39e_0_9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a60eba39e_0_9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9%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27%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28%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26%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11%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39" b="-9229"/>
            </a:stretch>
          </a:blipFill>
          <a:ln>
            <a:noFill/>
          </a:ln>
        </p:spPr>
      </p:sp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-908631" y="4588971"/>
            <a:ext cx="6070431" cy="1021735"/>
            <a:chOff x="0" y="-38100"/>
            <a:chExt cx="2641500" cy="444600"/>
          </a:xfrm>
        </p:grpSpPr>
        <p:sp>
          <p:nvSpPr>
            <p:cNvPr id="134" name="Google Shape;134;p17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7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17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37" name="Google Shape;137;p17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</p:sp>
        <p:sp>
          <p:nvSpPr>
            <p:cNvPr id="138" name="Google Shape;138;p17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17"/>
          <p:cNvSpPr/>
          <p:nvPr/>
        </p:nvSpPr>
        <p:spPr>
          <a:xfrm>
            <a:off x="6342313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0" name="Google Shape;140;p17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1" name="Google Shape;141;p17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142" name="Google Shape;142;p17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0980"/>
              </a:srgb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p17"/>
          <p:cNvSpPr/>
          <p:nvPr/>
        </p:nvSpPr>
        <p:spPr>
          <a:xfrm>
            <a:off x="466465" y="76972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5" name="Google Shape;145;p17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6" name="Google Shape;146;p17"/>
          <p:cNvGrpSpPr/>
          <p:nvPr/>
        </p:nvGrpSpPr>
        <p:grpSpPr>
          <a:xfrm>
            <a:off x="6800850" y="-333478"/>
            <a:ext cx="2937468" cy="818645"/>
            <a:chOff x="0" y="-38100"/>
            <a:chExt cx="1206600" cy="510600"/>
          </a:xfrm>
        </p:grpSpPr>
        <p:sp>
          <p:nvSpPr>
            <p:cNvPr id="147" name="Google Shape;147;p17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9" name="Google Shape;149;p17"/>
          <p:cNvSpPr/>
          <p:nvPr/>
        </p:nvSpPr>
        <p:spPr>
          <a:xfrm>
            <a:off x="8307973" y="38978"/>
            <a:ext cx="619306" cy="256364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50" name="Google Shape;15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85891" y="2695"/>
            <a:ext cx="1028260" cy="428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39" b="-9229"/>
            </a:stretch>
          </a:blipFill>
          <a:ln>
            <a:noFill/>
          </a:ln>
        </p:spPr>
      </p:sp>
      <p:sp>
        <p:nvSpPr>
          <p:cNvPr id="153" name="Google Shape;153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58" name="Google Shape;158;p18"/>
          <p:cNvGrpSpPr/>
          <p:nvPr/>
        </p:nvGrpSpPr>
        <p:grpSpPr>
          <a:xfrm>
            <a:off x="-908631" y="4588971"/>
            <a:ext cx="6070431" cy="1021735"/>
            <a:chOff x="0" y="-38100"/>
            <a:chExt cx="2641500" cy="444600"/>
          </a:xfrm>
        </p:grpSpPr>
        <p:sp>
          <p:nvSpPr>
            <p:cNvPr id="159" name="Google Shape;159;p18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8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p18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62" name="Google Shape;162;p18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</p:sp>
        <p:sp>
          <p:nvSpPr>
            <p:cNvPr id="163" name="Google Shape;163;p18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4" name="Google Shape;164;p18"/>
          <p:cNvSpPr/>
          <p:nvPr/>
        </p:nvSpPr>
        <p:spPr>
          <a:xfrm>
            <a:off x="6342313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5" name="Google Shape;165;p18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66" name="Google Shape;166;p18"/>
          <p:cNvGrpSpPr/>
          <p:nvPr/>
        </p:nvGrpSpPr>
        <p:grpSpPr>
          <a:xfrm>
            <a:off x="6800850" y="-333478"/>
            <a:ext cx="2937468" cy="818645"/>
            <a:chOff x="0" y="-38100"/>
            <a:chExt cx="1206600" cy="510600"/>
          </a:xfrm>
        </p:grpSpPr>
        <p:sp>
          <p:nvSpPr>
            <p:cNvPr id="167" name="Google Shape;167;p18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9" name="Google Shape;169;p18"/>
          <p:cNvSpPr/>
          <p:nvPr/>
        </p:nvSpPr>
        <p:spPr>
          <a:xfrm>
            <a:off x="8307973" y="38978"/>
            <a:ext cx="619306" cy="256364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70" name="Google Shape;170;p18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171" name="Google Shape;171;p18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0980"/>
              </a:srgb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8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3" name="Google Shape;173;p18"/>
          <p:cNvSpPr/>
          <p:nvPr/>
        </p:nvSpPr>
        <p:spPr>
          <a:xfrm>
            <a:off x="466465" y="76972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4" name="Google Shape;174;p18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75" name="Google Shape;175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85891" y="2695"/>
            <a:ext cx="1028260" cy="428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85" name="Google Shape;185;p20"/>
          <p:cNvGrpSpPr/>
          <p:nvPr/>
        </p:nvGrpSpPr>
        <p:grpSpPr>
          <a:xfrm rot="10800000">
            <a:off x="4034356" y="-80822"/>
            <a:ext cx="10219294" cy="5668034"/>
            <a:chOff x="0" y="-38100"/>
            <a:chExt cx="406400" cy="225405"/>
          </a:xfrm>
        </p:grpSpPr>
        <p:sp>
          <p:nvSpPr>
            <p:cNvPr id="186" name="Google Shape;186;p20"/>
            <p:cNvSpPr/>
            <p:nvPr/>
          </p:nvSpPr>
          <p:spPr>
            <a:xfrm>
              <a:off x="0" y="0"/>
              <a:ext cx="406400" cy="187305"/>
            </a:xfrm>
            <a:custGeom>
              <a:avLst/>
              <a:gdLst/>
              <a:ahLst/>
              <a:cxnLst/>
              <a:rect l="l" t="t" r="r" b="b"/>
              <a:pathLst>
                <a:path w="406400" h="187305" extrusionOk="0">
                  <a:moveTo>
                    <a:pt x="203200" y="0"/>
                  </a:moveTo>
                  <a:lnTo>
                    <a:pt x="203200" y="0"/>
                  </a:lnTo>
                  <a:lnTo>
                    <a:pt x="406400" y="187305"/>
                  </a:lnTo>
                  <a:lnTo>
                    <a:pt x="0" y="1873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259CD7"/>
            </a:solidFill>
            <a:ln>
              <a:noFill/>
            </a:ln>
          </p:spPr>
        </p:sp>
        <p:sp>
          <p:nvSpPr>
            <p:cNvPr id="187" name="Google Shape;187;p20"/>
            <p:cNvSpPr txBox="1"/>
            <p:nvPr/>
          </p:nvSpPr>
          <p:spPr>
            <a:xfrm>
              <a:off x="127000" y="-38100"/>
              <a:ext cx="152400" cy="22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8" name="Google Shape;188;p20"/>
          <p:cNvGrpSpPr/>
          <p:nvPr/>
        </p:nvGrpSpPr>
        <p:grpSpPr>
          <a:xfrm>
            <a:off x="5827356" y="3285257"/>
            <a:ext cx="3441680" cy="1908887"/>
            <a:chOff x="0" y="-38100"/>
            <a:chExt cx="406400" cy="225405"/>
          </a:xfrm>
        </p:grpSpPr>
        <p:sp>
          <p:nvSpPr>
            <p:cNvPr id="189" name="Google Shape;189;p20"/>
            <p:cNvSpPr/>
            <p:nvPr/>
          </p:nvSpPr>
          <p:spPr>
            <a:xfrm>
              <a:off x="0" y="0"/>
              <a:ext cx="406400" cy="187305"/>
            </a:xfrm>
            <a:custGeom>
              <a:avLst/>
              <a:gdLst/>
              <a:ahLst/>
              <a:cxnLst/>
              <a:rect l="l" t="t" r="r" b="b"/>
              <a:pathLst>
                <a:path w="406400" h="187305" extrusionOk="0">
                  <a:moveTo>
                    <a:pt x="203200" y="0"/>
                  </a:moveTo>
                  <a:lnTo>
                    <a:pt x="203200" y="0"/>
                  </a:lnTo>
                  <a:lnTo>
                    <a:pt x="406400" y="187305"/>
                  </a:lnTo>
                  <a:lnTo>
                    <a:pt x="0" y="1873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DE1D5E">
                <a:alpha val="80000"/>
              </a:srgbClr>
            </a:solidFill>
            <a:ln>
              <a:noFill/>
            </a:ln>
          </p:spPr>
        </p:sp>
        <p:sp>
          <p:nvSpPr>
            <p:cNvPr id="190" name="Google Shape;190;p20"/>
            <p:cNvSpPr txBox="1"/>
            <p:nvPr/>
          </p:nvSpPr>
          <p:spPr>
            <a:xfrm>
              <a:off x="127000" y="-38100"/>
              <a:ext cx="152400" cy="22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20"/>
          <p:cNvSpPr/>
          <p:nvPr/>
        </p:nvSpPr>
        <p:spPr>
          <a:xfrm>
            <a:off x="449072" y="129299"/>
            <a:ext cx="640310" cy="896434"/>
          </a:xfrm>
          <a:custGeom>
            <a:avLst/>
            <a:gdLst/>
            <a:ahLst/>
            <a:cxnLst/>
            <a:rect l="l" t="t" r="r" b="b"/>
            <a:pathLst>
              <a:path w="1280620" h="1792868" extrusionOk="0">
                <a:moveTo>
                  <a:pt x="0" y="0"/>
                </a:moveTo>
                <a:lnTo>
                  <a:pt x="1280620" y="0"/>
                </a:lnTo>
                <a:lnTo>
                  <a:pt x="1280620" y="1792868"/>
                </a:lnTo>
                <a:lnTo>
                  <a:pt x="0" y="17928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2" name="Google Shape;192;p20"/>
          <p:cNvGrpSpPr/>
          <p:nvPr/>
        </p:nvGrpSpPr>
        <p:grpSpPr>
          <a:xfrm>
            <a:off x="-824933" y="4697479"/>
            <a:ext cx="4921907" cy="828423"/>
            <a:chOff x="0" y="-38100"/>
            <a:chExt cx="2641500" cy="444600"/>
          </a:xfrm>
        </p:grpSpPr>
        <p:sp>
          <p:nvSpPr>
            <p:cNvPr id="193" name="Google Shape;193;p20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0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20"/>
          <p:cNvSpPr/>
          <p:nvPr/>
        </p:nvSpPr>
        <p:spPr>
          <a:xfrm>
            <a:off x="16627" y="4857517"/>
            <a:ext cx="3739234" cy="163167"/>
          </a:xfrm>
          <a:custGeom>
            <a:avLst/>
            <a:gdLst/>
            <a:ahLst/>
            <a:cxnLst/>
            <a:rect l="l" t="t" r="r" b="b"/>
            <a:pathLst>
              <a:path w="7478467" h="326333" extrusionOk="0">
                <a:moveTo>
                  <a:pt x="0" y="0"/>
                </a:moveTo>
                <a:lnTo>
                  <a:pt x="7478467" y="0"/>
                </a:lnTo>
                <a:lnTo>
                  <a:pt x="7478467" y="326333"/>
                </a:lnTo>
                <a:lnTo>
                  <a:pt x="0" y="3263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p20"/>
          <p:cNvSpPr/>
          <p:nvPr/>
        </p:nvSpPr>
        <p:spPr>
          <a:xfrm>
            <a:off x="4981206" y="4873946"/>
            <a:ext cx="624711" cy="237650"/>
          </a:xfrm>
          <a:custGeom>
            <a:avLst/>
            <a:gdLst/>
            <a:ahLst/>
            <a:cxnLst/>
            <a:rect l="l" t="t" r="r" b="b"/>
            <a:pathLst>
              <a:path w="1249423" h="475301" extrusionOk="0">
                <a:moveTo>
                  <a:pt x="0" y="0"/>
                </a:moveTo>
                <a:lnTo>
                  <a:pt x="1249422" y="0"/>
                </a:lnTo>
                <a:lnTo>
                  <a:pt x="1249422" y="475302"/>
                </a:lnTo>
                <a:lnTo>
                  <a:pt x="0" y="4753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7" name="Google Shape;197;p20"/>
          <p:cNvSpPr/>
          <p:nvPr/>
        </p:nvSpPr>
        <p:spPr>
          <a:xfrm>
            <a:off x="4318361" y="4860706"/>
            <a:ext cx="574075" cy="250890"/>
          </a:xfrm>
          <a:custGeom>
            <a:avLst/>
            <a:gdLst/>
            <a:ahLst/>
            <a:cxnLst/>
            <a:rect l="l" t="t" r="r" b="b"/>
            <a:pathLst>
              <a:path w="1148149" h="501780" extrusionOk="0">
                <a:moveTo>
                  <a:pt x="0" y="0"/>
                </a:moveTo>
                <a:lnTo>
                  <a:pt x="1148149" y="0"/>
                </a:lnTo>
                <a:lnTo>
                  <a:pt x="1148149" y="501780"/>
                </a:lnTo>
                <a:lnTo>
                  <a:pt x="0" y="5017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8" name="Google Shape;198;p20"/>
          <p:cNvSpPr/>
          <p:nvPr/>
        </p:nvSpPr>
        <p:spPr>
          <a:xfrm>
            <a:off x="7941763" y="-86768"/>
            <a:ext cx="1202237" cy="1202237"/>
          </a:xfrm>
          <a:custGeom>
            <a:avLst/>
            <a:gdLst/>
            <a:ahLst/>
            <a:cxnLst/>
            <a:rect l="l" t="t" r="r" b="b"/>
            <a:pathLst>
              <a:path w="2404473" h="2404473" extrusionOk="0">
                <a:moveTo>
                  <a:pt x="0" y="0"/>
                </a:moveTo>
                <a:lnTo>
                  <a:pt x="2404473" y="0"/>
                </a:lnTo>
                <a:lnTo>
                  <a:pt x="2404473" y="2404472"/>
                </a:lnTo>
                <a:lnTo>
                  <a:pt x="0" y="24044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9" name="Google Shape;199;p20"/>
          <p:cNvGrpSpPr/>
          <p:nvPr/>
        </p:nvGrpSpPr>
        <p:grpSpPr>
          <a:xfrm>
            <a:off x="769227" y="1910715"/>
            <a:ext cx="7292250" cy="1098780"/>
            <a:chOff x="0" y="0"/>
            <a:chExt cx="19446000" cy="2930081"/>
          </a:xfrm>
        </p:grpSpPr>
        <p:sp>
          <p:nvSpPr>
            <p:cNvPr id="200" name="Google Shape;200;p20"/>
            <p:cNvSpPr txBox="1"/>
            <p:nvPr/>
          </p:nvSpPr>
          <p:spPr>
            <a:xfrm>
              <a:off x="0" y="2191181"/>
              <a:ext cx="194460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8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id" sz="1800" b="0" i="0" u="none" strike="noStrike" cap="none">
                  <a:solidFill>
                    <a:srgbClr val="259CD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BADAN KEPEGAWAIAN NEGARA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0"/>
            <p:cNvSpPr txBox="1"/>
            <p:nvPr/>
          </p:nvSpPr>
          <p:spPr>
            <a:xfrm>
              <a:off x="0" y="0"/>
              <a:ext cx="19446000" cy="164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lang="id" sz="4000" b="1" i="0" u="none" strike="noStrike" cap="none">
                  <a:solidFill>
                    <a:srgbClr val="DE1D5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TERIMA KASIH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02" name="Google Shape;202;p2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18436" y="255496"/>
            <a:ext cx="1243013" cy="5177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2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2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13" name="Google Shape;213;p22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p22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15" name="Google Shape;215;p22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5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25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35" name="Google Shape;235;p2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2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26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41" name="Google Shape;241;p2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2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2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7"/>
          <p:cNvSpPr txBox="1">
            <a:spLocks noGrp="1"/>
          </p:cNvSpPr>
          <p:nvPr>
            <p:ph type="title"/>
          </p:nvPr>
        </p:nvSpPr>
        <p:spPr>
          <a:xfrm rot="5400000">
            <a:off x="5350050" y="1467543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7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Montserrat"/>
              <a:buNone/>
              <a:defRPr sz="3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ontserrat"/>
              <a:buChar char="•"/>
              <a:defRPr sz="2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•"/>
              <a:defRPr sz="15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42;p75"/>
          <p:cNvSpPr/>
          <p:nvPr/>
        </p:nvSpPr>
        <p:spPr>
          <a:xfrm>
            <a:off x="92849" y="1293765"/>
            <a:ext cx="8945331" cy="3262507"/>
          </a:xfrm>
          <a:custGeom>
            <a:avLst/>
            <a:gdLst/>
            <a:ahLst/>
            <a:cxnLst/>
            <a:rect l="l" t="t" r="r" b="b"/>
            <a:pathLst>
              <a:path w="15625033" h="5625012" extrusionOk="0">
                <a:moveTo>
                  <a:pt x="0" y="0"/>
                </a:moveTo>
                <a:lnTo>
                  <a:pt x="15625033" y="0"/>
                </a:lnTo>
                <a:lnTo>
                  <a:pt x="15625033" y="5625012"/>
                </a:lnTo>
                <a:lnTo>
                  <a:pt x="0" y="5625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75"/>
          <p:cNvSpPr/>
          <p:nvPr/>
        </p:nvSpPr>
        <p:spPr>
          <a:xfrm>
            <a:off x="269816" y="1209206"/>
            <a:ext cx="24993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5"/>
          <p:cNvSpPr/>
          <p:nvPr/>
        </p:nvSpPr>
        <p:spPr>
          <a:xfrm>
            <a:off x="2868279" y="1213996"/>
            <a:ext cx="12438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75"/>
          <p:cNvSpPr txBox="1"/>
          <p:nvPr/>
        </p:nvSpPr>
        <p:spPr>
          <a:xfrm>
            <a:off x="1145560" y="741297"/>
            <a:ext cx="5547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500" b="1" i="0" u="none" strike="noStrike" cap="none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ata</a:t>
            </a:r>
            <a:r>
              <a:rPr lang="id" sz="1500" b="1" i="0" u="none" strike="noStrike" cap="none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er</a:t>
            </a: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500" b="1" i="0" u="none" strike="noStrike" cap="none" dirty="0" err="1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tanggal_data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  <a:endParaRPr dirty="0"/>
          </a:p>
        </p:txBody>
      </p:sp>
      <p:sp>
        <p:nvSpPr>
          <p:cNvPr id="744" name="Google Shape;744;p75"/>
          <p:cNvSpPr txBox="1"/>
          <p:nvPr/>
        </p:nvSpPr>
        <p:spPr>
          <a:xfrm rot="-5400000">
            <a:off x="641123" y="970285"/>
            <a:ext cx="493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700" tIns="11700" rIns="11700" bIns="11700" anchor="ctr" anchorCtr="0">
            <a:noAutofit/>
          </a:bodyPr>
          <a:lstStyle/>
          <a:p>
            <a:pPr marL="0" marR="0" lvl="0" indent="0" algn="ctr" rtl="0">
              <a:lnSpc>
                <a:spcPct val="92571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75"/>
          <p:cNvSpPr/>
          <p:nvPr/>
        </p:nvSpPr>
        <p:spPr>
          <a:xfrm flipH="1">
            <a:off x="350584" y="1765808"/>
            <a:ext cx="832587" cy="822180"/>
          </a:xfrm>
          <a:custGeom>
            <a:avLst/>
            <a:gdLst/>
            <a:ahLst/>
            <a:cxnLst/>
            <a:rect l="l" t="t" r="r" b="b"/>
            <a:pathLst>
              <a:path w="1665174" h="1644360" extrusionOk="0">
                <a:moveTo>
                  <a:pt x="1665174" y="0"/>
                </a:moveTo>
                <a:lnTo>
                  <a:pt x="0" y="0"/>
                </a:lnTo>
                <a:lnTo>
                  <a:pt x="0" y="1644359"/>
                </a:lnTo>
                <a:lnTo>
                  <a:pt x="1665174" y="1644359"/>
                </a:lnTo>
                <a:lnTo>
                  <a:pt x="16651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6" name="Google Shape;746;p75"/>
          <p:cNvSpPr/>
          <p:nvPr/>
        </p:nvSpPr>
        <p:spPr>
          <a:xfrm>
            <a:off x="240601" y="2560614"/>
            <a:ext cx="841455" cy="125167"/>
          </a:xfrm>
          <a:custGeom>
            <a:avLst/>
            <a:gdLst/>
            <a:ahLst/>
            <a:cxnLst/>
            <a:rect l="l" t="t" r="r" b="b"/>
            <a:pathLst>
              <a:path w="1682910" h="250333" extrusionOk="0">
                <a:moveTo>
                  <a:pt x="0" y="0"/>
                </a:moveTo>
                <a:lnTo>
                  <a:pt x="1682910" y="0"/>
                </a:lnTo>
                <a:lnTo>
                  <a:pt x="1682910" y="250333"/>
                </a:lnTo>
                <a:lnTo>
                  <a:pt x="0" y="2503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7" name="Google Shape;747;p75"/>
          <p:cNvSpPr/>
          <p:nvPr/>
        </p:nvSpPr>
        <p:spPr>
          <a:xfrm>
            <a:off x="1097163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8" name="Google Shape;748;p75"/>
          <p:cNvSpPr/>
          <p:nvPr/>
        </p:nvSpPr>
        <p:spPr>
          <a:xfrm>
            <a:off x="1921517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9" name="Google Shape;749;p75"/>
          <p:cNvSpPr txBox="1"/>
          <p:nvPr/>
        </p:nvSpPr>
        <p:spPr>
          <a:xfrm>
            <a:off x="1135546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PNS</a:t>
            </a:r>
            <a:endParaRPr/>
          </a:p>
        </p:txBody>
      </p:sp>
      <p:sp>
        <p:nvSpPr>
          <p:cNvPr id="750" name="Google Shape;750;p75"/>
          <p:cNvSpPr txBox="1"/>
          <p:nvPr/>
        </p:nvSpPr>
        <p:spPr>
          <a:xfrm>
            <a:off x="1921517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 dirty="0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PPPK</a:t>
            </a:r>
            <a:endParaRPr dirty="0"/>
          </a:p>
        </p:txBody>
      </p:sp>
      <p:sp>
        <p:nvSpPr>
          <p:cNvPr id="751" name="Google Shape;751;p75"/>
          <p:cNvSpPr txBox="1"/>
          <p:nvPr/>
        </p:nvSpPr>
        <p:spPr>
          <a:xfrm>
            <a:off x="1979708" y="2202072"/>
            <a:ext cx="1063200" cy="141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persentase_vis_pppk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752" name="Google Shape;752;p75"/>
          <p:cNvSpPr txBox="1"/>
          <p:nvPr/>
        </p:nvSpPr>
        <p:spPr>
          <a:xfrm>
            <a:off x="3259386" y="1552137"/>
            <a:ext cx="5526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persentase_vis_pria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sz="1100" dirty="0"/>
          </a:p>
        </p:txBody>
      </p:sp>
      <p:sp>
        <p:nvSpPr>
          <p:cNvPr id="753" name="Google Shape;753;p75"/>
          <p:cNvSpPr txBox="1"/>
          <p:nvPr/>
        </p:nvSpPr>
        <p:spPr>
          <a:xfrm>
            <a:off x="3290820" y="2321793"/>
            <a:ext cx="5955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persentase_vis_wanita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lang="en-US" sz="1100" dirty="0"/>
          </a:p>
        </p:txBody>
      </p:sp>
      <p:sp>
        <p:nvSpPr>
          <p:cNvPr id="754" name="Google Shape;754;p75"/>
          <p:cNvSpPr txBox="1"/>
          <p:nvPr/>
        </p:nvSpPr>
        <p:spPr>
          <a:xfrm>
            <a:off x="3259386" y="1367764"/>
            <a:ext cx="442800" cy="155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600" b="1" i="0" u="none" strike="noStrike" cap="none">
                <a:solidFill>
                  <a:srgbClr val="DD804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PRIA</a:t>
            </a:r>
            <a:endParaRPr sz="1200"/>
          </a:p>
        </p:txBody>
      </p:sp>
      <p:sp>
        <p:nvSpPr>
          <p:cNvPr id="755" name="Google Shape;755;p75"/>
          <p:cNvSpPr txBox="1"/>
          <p:nvPr/>
        </p:nvSpPr>
        <p:spPr>
          <a:xfrm>
            <a:off x="3257410" y="2152650"/>
            <a:ext cx="662100" cy="13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b="1" i="0" u="none" strike="noStrike" cap="none" dirty="0">
                <a:solidFill>
                  <a:srgbClr val="7BA79D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WANITA</a:t>
            </a:r>
            <a:endParaRPr sz="1100" dirty="0"/>
          </a:p>
        </p:txBody>
      </p:sp>
      <p:sp>
        <p:nvSpPr>
          <p:cNvPr id="756" name="Google Shape;756;p75"/>
          <p:cNvSpPr txBox="1"/>
          <p:nvPr/>
        </p:nvSpPr>
        <p:spPr>
          <a:xfrm>
            <a:off x="3232860" y="1717347"/>
            <a:ext cx="4467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i="0" u="none" strike="noStrike" cap="none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count_pria</a:t>
            </a: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57" name="Google Shape;757;p75"/>
          <p:cNvSpPr txBox="1"/>
          <p:nvPr/>
        </p:nvSpPr>
        <p:spPr>
          <a:xfrm>
            <a:off x="3264020" y="2505331"/>
            <a:ext cx="5166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count_wanita</a:t>
            </a: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58" name="Google Shape;758;p75"/>
          <p:cNvSpPr txBox="1"/>
          <p:nvPr/>
        </p:nvSpPr>
        <p:spPr>
          <a:xfrm>
            <a:off x="1193737" y="2202072"/>
            <a:ext cx="748500" cy="1769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i="0" u="none" strike="noStrike" cap="none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i="0" u="none" strike="noStrike" cap="none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_vis_pns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759" name="Google Shape;759;p75"/>
          <p:cNvSpPr txBox="1"/>
          <p:nvPr/>
        </p:nvSpPr>
        <p:spPr>
          <a:xfrm>
            <a:off x="1100632" y="2462965"/>
            <a:ext cx="510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i="0" u="none" strike="noStrike" cap="none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count_pns</a:t>
            </a: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60" name="Google Shape;760;p75"/>
          <p:cNvSpPr txBox="1"/>
          <p:nvPr/>
        </p:nvSpPr>
        <p:spPr>
          <a:xfrm>
            <a:off x="341543" y="2642025"/>
            <a:ext cx="23211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ctr" rtl="0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75"/>
          <p:cNvSpPr txBox="1"/>
          <p:nvPr/>
        </p:nvSpPr>
        <p:spPr>
          <a:xfrm>
            <a:off x="185636" y="1328564"/>
            <a:ext cx="1224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3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{</a:t>
            </a:r>
            <a:r>
              <a:rPr lang="en-US" sz="2000" b="1" dirty="0" err="1">
                <a:solidFill>
                  <a:srgbClr val="2F5597"/>
                </a:solidFill>
                <a:latin typeface="League Spartan"/>
                <a:sym typeface="League Spartan"/>
              </a:rPr>
              <a:t>total_jenis_asn</a:t>
            </a: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}</a:t>
            </a:r>
            <a:endParaRPr dirty="0"/>
          </a:p>
        </p:txBody>
      </p:sp>
      <p:sp>
        <p:nvSpPr>
          <p:cNvPr id="762" name="Google Shape;762;p75"/>
          <p:cNvSpPr txBox="1"/>
          <p:nvPr/>
        </p:nvSpPr>
        <p:spPr>
          <a:xfrm>
            <a:off x="1267568" y="1303372"/>
            <a:ext cx="1417500" cy="410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6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Jumlah ASN yang terdiri dari PNS dan PPPK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 {instansi_1} </a:t>
            </a: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r>
              <a:rPr lang="en-US" sz="7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tanggal_data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300" dirty="0"/>
          </a:p>
        </p:txBody>
      </p:sp>
      <p:sp>
        <p:nvSpPr>
          <p:cNvPr id="763" name="Google Shape;763;p75"/>
          <p:cNvSpPr txBox="1"/>
          <p:nvPr/>
        </p:nvSpPr>
        <p:spPr>
          <a:xfrm>
            <a:off x="2007397" y="2469818"/>
            <a:ext cx="576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3000"/>
              </a:lnSpc>
            </a:pP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count_pppk</a:t>
            </a: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  <a:endParaRPr lang="en-US" sz="1000" b="1" i="0" u="none" strike="noStrike" cap="none" dirty="0">
              <a:solidFill>
                <a:srgbClr val="7F7F7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64" name="Google Shape;764;p75"/>
          <p:cNvSpPr/>
          <p:nvPr/>
        </p:nvSpPr>
        <p:spPr>
          <a:xfrm>
            <a:off x="1107379" y="1905136"/>
            <a:ext cx="656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PNS</a:t>
            </a:r>
            <a:endParaRPr dirty="0"/>
          </a:p>
        </p:txBody>
      </p:sp>
      <p:sp>
        <p:nvSpPr>
          <p:cNvPr id="765" name="Google Shape;765;p75"/>
          <p:cNvSpPr/>
          <p:nvPr/>
        </p:nvSpPr>
        <p:spPr>
          <a:xfrm>
            <a:off x="1890531" y="1899893"/>
            <a:ext cx="769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PPPK</a:t>
            </a:r>
            <a:endParaRPr/>
          </a:p>
        </p:txBody>
      </p:sp>
      <p:sp>
        <p:nvSpPr>
          <p:cNvPr id="766" name="Google Shape;766;p75"/>
          <p:cNvSpPr/>
          <p:nvPr/>
        </p:nvSpPr>
        <p:spPr>
          <a:xfrm>
            <a:off x="278898" y="2842051"/>
            <a:ext cx="249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75"/>
          <p:cNvSpPr/>
          <p:nvPr/>
        </p:nvSpPr>
        <p:spPr>
          <a:xfrm>
            <a:off x="365721" y="2886720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MASA KERJA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75"/>
          <p:cNvSpPr/>
          <p:nvPr/>
        </p:nvSpPr>
        <p:spPr>
          <a:xfrm>
            <a:off x="2963212" y="2060455"/>
            <a:ext cx="274071" cy="511960"/>
          </a:xfrm>
          <a:custGeom>
            <a:avLst/>
            <a:gdLst/>
            <a:ahLst/>
            <a:cxnLst/>
            <a:rect l="l" t="t" r="r" b="b"/>
            <a:pathLst>
              <a:path w="589400" h="1100990" extrusionOk="0">
                <a:moveTo>
                  <a:pt x="0" y="0"/>
                </a:moveTo>
                <a:lnTo>
                  <a:pt x="589400" y="0"/>
                </a:lnTo>
                <a:lnTo>
                  <a:pt x="589400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r="-112269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75"/>
          <p:cNvSpPr/>
          <p:nvPr/>
        </p:nvSpPr>
        <p:spPr>
          <a:xfrm>
            <a:off x="2971766" y="1303385"/>
            <a:ext cx="230559" cy="536733"/>
          </a:xfrm>
          <a:custGeom>
            <a:avLst/>
            <a:gdLst/>
            <a:ahLst/>
            <a:cxnLst/>
            <a:rect l="l" t="t" r="r" b="b"/>
            <a:pathLst>
              <a:path w="472941" h="1100990" extrusionOk="0">
                <a:moveTo>
                  <a:pt x="0" y="0"/>
                </a:moveTo>
                <a:lnTo>
                  <a:pt x="472941" y="0"/>
                </a:lnTo>
                <a:lnTo>
                  <a:pt x="472941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l="-164536"/>
            </a:stretch>
          </a:blipFill>
          <a:ln>
            <a:noFill/>
          </a:ln>
        </p:spPr>
      </p:sp>
      <p:sp>
        <p:nvSpPr>
          <p:cNvPr id="771" name="Google Shape;771;p75"/>
          <p:cNvSpPr/>
          <p:nvPr/>
        </p:nvSpPr>
        <p:spPr>
          <a:xfrm>
            <a:off x="4205490" y="1218787"/>
            <a:ext cx="48327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5"/>
          <p:cNvSpPr/>
          <p:nvPr/>
        </p:nvSpPr>
        <p:spPr>
          <a:xfrm>
            <a:off x="4372807" y="1273166"/>
            <a:ext cx="1248600" cy="249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PENDIDIKAN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5"/>
          <p:cNvSpPr/>
          <p:nvPr/>
        </p:nvSpPr>
        <p:spPr>
          <a:xfrm>
            <a:off x="8550248" y="943535"/>
            <a:ext cx="556863" cy="558896"/>
          </a:xfrm>
          <a:custGeom>
            <a:avLst/>
            <a:gdLst/>
            <a:ahLst/>
            <a:cxnLst/>
            <a:rect l="l" t="t" r="r" b="b"/>
            <a:pathLst>
              <a:path w="1113727" h="1117792" extrusionOk="0">
                <a:moveTo>
                  <a:pt x="0" y="0"/>
                </a:moveTo>
                <a:lnTo>
                  <a:pt x="1113728" y="0"/>
                </a:lnTo>
                <a:lnTo>
                  <a:pt x="1113728" y="1117792"/>
                </a:lnTo>
                <a:lnTo>
                  <a:pt x="0" y="1117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 amt="89000"/>
            </a:blip>
            <a:stretch>
              <a:fillRect/>
            </a:stretch>
          </a:blipFill>
          <a:ln>
            <a:noFill/>
          </a:ln>
        </p:spPr>
      </p:sp>
      <p:sp>
        <p:nvSpPr>
          <p:cNvPr id="774" name="Google Shape;774;p75"/>
          <p:cNvSpPr/>
          <p:nvPr/>
        </p:nvSpPr>
        <p:spPr>
          <a:xfrm>
            <a:off x="2868279" y="2837246"/>
            <a:ext cx="19221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5"/>
          <p:cNvSpPr/>
          <p:nvPr/>
        </p:nvSpPr>
        <p:spPr>
          <a:xfrm>
            <a:off x="2993627" y="288191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USIA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75"/>
          <p:cNvSpPr/>
          <p:nvPr/>
        </p:nvSpPr>
        <p:spPr>
          <a:xfrm>
            <a:off x="4918880" y="2831802"/>
            <a:ext cx="411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75"/>
          <p:cNvSpPr/>
          <p:nvPr/>
        </p:nvSpPr>
        <p:spPr>
          <a:xfrm>
            <a:off x="5000583" y="289920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JABATAN ASN</a:t>
            </a:r>
            <a:endParaRPr sz="105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9" name="Google Shape;779;p75"/>
          <p:cNvGrpSpPr/>
          <p:nvPr/>
        </p:nvGrpSpPr>
        <p:grpSpPr>
          <a:xfrm>
            <a:off x="5039331" y="3161920"/>
            <a:ext cx="1083900" cy="385051"/>
            <a:chOff x="5675942" y="3762897"/>
            <a:chExt cx="2167800" cy="770102"/>
          </a:xfrm>
        </p:grpSpPr>
        <p:sp>
          <p:nvSpPr>
            <p:cNvPr id="780" name="Google Shape;780;p75"/>
            <p:cNvSpPr/>
            <p:nvPr/>
          </p:nvSpPr>
          <p:spPr>
            <a:xfrm>
              <a:off x="5675942" y="3887399"/>
              <a:ext cx="2167800" cy="645600"/>
            </a:xfrm>
            <a:prstGeom prst="roundRect">
              <a:avLst>
                <a:gd name="adj" fmla="val 16667"/>
              </a:avLst>
            </a:prstGeom>
            <a:solidFill>
              <a:srgbClr val="FBFED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75"/>
            <p:cNvSpPr txBox="1"/>
            <p:nvPr/>
          </p:nvSpPr>
          <p:spPr>
            <a:xfrm>
              <a:off x="5776562" y="3762897"/>
              <a:ext cx="19326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STRUKTURAL</a:t>
              </a:r>
              <a:endParaRPr dirty="0"/>
            </a:p>
          </p:txBody>
        </p:sp>
      </p:grpSp>
      <p:grpSp>
        <p:nvGrpSpPr>
          <p:cNvPr id="783" name="Google Shape;783;p75"/>
          <p:cNvGrpSpPr/>
          <p:nvPr/>
        </p:nvGrpSpPr>
        <p:grpSpPr>
          <a:xfrm>
            <a:off x="6395656" y="3161920"/>
            <a:ext cx="1083716" cy="380303"/>
            <a:chOff x="10032515" y="3811008"/>
            <a:chExt cx="1694100" cy="760606"/>
          </a:xfrm>
        </p:grpSpPr>
        <p:sp>
          <p:nvSpPr>
            <p:cNvPr id="784" name="Google Shape;784;p75"/>
            <p:cNvSpPr/>
            <p:nvPr/>
          </p:nvSpPr>
          <p:spPr>
            <a:xfrm>
              <a:off x="10032515" y="392601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DC1457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75"/>
            <p:cNvSpPr txBox="1"/>
            <p:nvPr/>
          </p:nvSpPr>
          <p:spPr>
            <a:xfrm>
              <a:off x="10152474" y="381100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FUNGSIONAL</a:t>
              </a:r>
              <a:endParaRPr dirty="0"/>
            </a:p>
          </p:txBody>
        </p:sp>
      </p:grpSp>
      <p:grpSp>
        <p:nvGrpSpPr>
          <p:cNvPr id="787" name="Google Shape;787;p75"/>
          <p:cNvGrpSpPr/>
          <p:nvPr/>
        </p:nvGrpSpPr>
        <p:grpSpPr>
          <a:xfrm>
            <a:off x="7787356" y="3159734"/>
            <a:ext cx="1083716" cy="380558"/>
            <a:chOff x="10106367" y="4756818"/>
            <a:chExt cx="1694100" cy="761116"/>
          </a:xfrm>
        </p:grpSpPr>
        <p:sp>
          <p:nvSpPr>
            <p:cNvPr id="788" name="Google Shape;788;p75"/>
            <p:cNvSpPr/>
            <p:nvPr/>
          </p:nvSpPr>
          <p:spPr>
            <a:xfrm>
              <a:off x="10106367" y="487233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0C5ADB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75"/>
            <p:cNvSpPr txBox="1"/>
            <p:nvPr/>
          </p:nvSpPr>
          <p:spPr>
            <a:xfrm>
              <a:off x="10219723" y="475681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PELAKSANA</a:t>
              </a:r>
              <a:endParaRPr dirty="0"/>
            </a:p>
          </p:txBody>
        </p:sp>
      </p:grpSp>
      <p:sp>
        <p:nvSpPr>
          <p:cNvPr id="794" name="Google Shape;794;p75"/>
          <p:cNvSpPr txBox="1"/>
          <p:nvPr/>
        </p:nvSpPr>
        <p:spPr>
          <a:xfrm>
            <a:off x="1267568" y="136550"/>
            <a:ext cx="54633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8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STATISTIK ASN</a:t>
            </a:r>
            <a:r>
              <a:rPr lang="en-US" sz="18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{instansi_1}</a:t>
            </a:r>
            <a:endParaRPr sz="1800" b="1" dirty="0">
              <a:solidFill>
                <a:srgbClr val="193985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6A7377-26D7-48DF-E1B5-7606556FB5C6}"/>
              </a:ext>
            </a:extLst>
          </p:cNvPr>
          <p:cNvSpPr txBox="1"/>
          <p:nvPr/>
        </p:nvSpPr>
        <p:spPr>
          <a:xfrm>
            <a:off x="4554526" y="2456418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SD - SMA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5AD11E-4272-EC41-3DF5-BEDEF362A597}"/>
              </a:ext>
            </a:extLst>
          </p:cNvPr>
          <p:cNvSpPr txBox="1"/>
          <p:nvPr/>
        </p:nvSpPr>
        <p:spPr>
          <a:xfrm>
            <a:off x="5380074" y="2454546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 - DIII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52E49D-0322-AF21-7E25-DAC8D8ED8513}"/>
              </a:ext>
            </a:extLst>
          </p:cNvPr>
          <p:cNvSpPr txBox="1"/>
          <p:nvPr/>
        </p:nvSpPr>
        <p:spPr>
          <a:xfrm>
            <a:off x="6174706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DIV/S1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D66E5-8A61-149C-6F59-02287F9AC3A4}"/>
              </a:ext>
            </a:extLst>
          </p:cNvPr>
          <p:cNvSpPr txBox="1"/>
          <p:nvPr/>
        </p:nvSpPr>
        <p:spPr>
          <a:xfrm>
            <a:off x="6981788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E1E84B-4B74-ED32-70EF-E1DFF9D752F0}"/>
              </a:ext>
            </a:extLst>
          </p:cNvPr>
          <p:cNvSpPr txBox="1"/>
          <p:nvPr/>
        </p:nvSpPr>
        <p:spPr>
          <a:xfrm>
            <a:off x="7813734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711D8-4113-8CFB-9A95-147A6BB5483D}"/>
              </a:ext>
            </a:extLst>
          </p:cNvPr>
          <p:cNvSpPr txBox="1"/>
          <p:nvPr/>
        </p:nvSpPr>
        <p:spPr>
          <a:xfrm>
            <a:off x="6519439" y="3338154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count_fungsional</a:t>
            </a:r>
            <a:r>
              <a:rPr lang="en-US" sz="800" b="1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54DD31-B383-BA0D-EC48-ABEA2EB1C7C0}"/>
              </a:ext>
            </a:extLst>
          </p:cNvPr>
          <p:cNvSpPr txBox="1"/>
          <p:nvPr/>
        </p:nvSpPr>
        <p:spPr>
          <a:xfrm>
            <a:off x="6911832" y="3336712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persentase_vis_fungsional</a:t>
            </a:r>
            <a:r>
              <a:rPr lang="en-US" sz="800" b="1" dirty="0"/>
              <a:t>})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61A0C1-A300-7DDB-2F4D-D8A95524A990}"/>
              </a:ext>
            </a:extLst>
          </p:cNvPr>
          <p:cNvSpPr txBox="1"/>
          <p:nvPr/>
        </p:nvSpPr>
        <p:spPr>
          <a:xfrm>
            <a:off x="5171381" y="3338153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count_struktural</a:t>
            </a:r>
            <a:r>
              <a:rPr lang="en-US" sz="800" b="1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C1B04-93E7-7009-EC43-B5F9AEDF253B}"/>
              </a:ext>
            </a:extLst>
          </p:cNvPr>
          <p:cNvSpPr txBox="1"/>
          <p:nvPr/>
        </p:nvSpPr>
        <p:spPr>
          <a:xfrm>
            <a:off x="5491204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persentase_vis_struktural</a:t>
            </a:r>
            <a:r>
              <a:rPr lang="en-US" sz="800" b="1" dirty="0"/>
              <a:t>})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7986CE-10B1-EBE2-F2AD-F704785727BB}"/>
              </a:ext>
            </a:extLst>
          </p:cNvPr>
          <p:cNvSpPr txBox="1"/>
          <p:nvPr/>
        </p:nvSpPr>
        <p:spPr>
          <a:xfrm>
            <a:off x="7906850" y="3338153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count_pelaksana</a:t>
            </a:r>
            <a:r>
              <a:rPr lang="en-US" sz="800" b="1" dirty="0"/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630E8A-A7F8-1E61-CE86-ECB1C2635EED}"/>
              </a:ext>
            </a:extLst>
          </p:cNvPr>
          <p:cNvSpPr txBox="1"/>
          <p:nvPr/>
        </p:nvSpPr>
        <p:spPr>
          <a:xfrm>
            <a:off x="8299243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persentase_vis_pelaksana</a:t>
            </a:r>
            <a:r>
              <a:rPr lang="en-US" sz="800" b="1" dirty="0"/>
              <a:t>})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16B8D91-F850-AE19-146D-8F4F98A1E2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598" y="3639703"/>
            <a:ext cx="1245555" cy="108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3925</TotalTime>
  <Words>169</Words>
  <Application>Microsoft Office PowerPoint</Application>
  <PresentationFormat>On-screen Show (16:9)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League Spartan</vt:lpstr>
      <vt:lpstr>Calibri</vt:lpstr>
      <vt:lpstr>Arial</vt:lpstr>
      <vt:lpstr>Barlow Condensed</vt:lpstr>
      <vt:lpstr>Open Sans</vt:lpstr>
      <vt:lpstr>Montserrat</vt:lpstr>
      <vt:lpstr>Open Sans ExtraBold</vt:lpstr>
      <vt:lpstr>Anton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Dinda Fahrani</dc:creator>
  <cp:lastModifiedBy>Yofadikara Nurrohman</cp:lastModifiedBy>
  <cp:revision>54</cp:revision>
  <dcterms:modified xsi:type="dcterms:W3CDTF">2025-08-29T07:47:48Z</dcterms:modified>
</cp:coreProperties>
</file>