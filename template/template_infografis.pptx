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Arial Bold" panose="020B0704020202020204" pitchFamily="34" charset="0"/>
      <p:bold r:id="rId4"/>
    </p:embeddedFont>
    <p:embeddedFont>
      <p:font typeface="Open Sans" panose="020B0606030504020204" pitchFamily="34" charset="0"/>
      <p:regular r:id="rId5"/>
      <p:bold r:id="rId6"/>
    </p:embeddedFont>
    <p:embeddedFont>
      <p:font typeface="Open Sans Bold" panose="020B0806030504020204" pitchFamily="34" charset="0"/>
      <p:bold r:id="rId7"/>
    </p:embeddedFont>
    <p:embeddedFont>
      <p:font typeface="Open Sans Bold Italics" panose="020B0604020202020204" charset="0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452"/>
    <a:srgbClr val="E7457B"/>
    <a:srgbClr val="609DEE"/>
    <a:srgbClr val="DE1D5E"/>
    <a:srgbClr val="C9CACA"/>
    <a:srgbClr val="E0E0E0"/>
    <a:srgbClr val="E2E2E2"/>
    <a:srgbClr val="1C73E7"/>
    <a:srgbClr val="5C9D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-475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fadikara Nurrohman" userId="92e6fe32f2f0c507" providerId="LiveId" clId="{FDC5BF04-28D9-4B06-A8F3-DEC669F7CDC1}"/>
    <pc:docChg chg="undo redo custSel modSld">
      <pc:chgData name="Yofadikara Nurrohman" userId="92e6fe32f2f0c507" providerId="LiveId" clId="{FDC5BF04-28D9-4B06-A8F3-DEC669F7CDC1}" dt="2026-09-17T02:16:12.738" v="674" actId="404"/>
      <pc:docMkLst>
        <pc:docMk/>
      </pc:docMkLst>
      <pc:sldChg chg="addSp delSp modSp mod">
        <pc:chgData name="Yofadikara Nurrohman" userId="92e6fe32f2f0c507" providerId="LiveId" clId="{FDC5BF04-28D9-4B06-A8F3-DEC669F7CDC1}" dt="2026-09-17T02:16:12.738" v="674" actId="404"/>
        <pc:sldMkLst>
          <pc:docMk/>
          <pc:sldMk cId="0" sldId="256"/>
        </pc:sldMkLst>
        <pc:spChg chg="mod">
          <ac:chgData name="Yofadikara Nurrohman" userId="92e6fe32f2f0c507" providerId="LiveId" clId="{FDC5BF04-28D9-4B06-A8F3-DEC669F7CDC1}" dt="2026-09-17T02:16:12.738" v="674" actId="404"/>
          <ac:spMkLst>
            <pc:docMk/>
            <pc:sldMk cId="0" sldId="256"/>
            <ac:spMk id="19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9-17T02:16:03.372" v="673" actId="14100"/>
          <ac:spMkLst>
            <pc:docMk/>
            <pc:sldMk cId="0" sldId="256"/>
            <ac:spMk id="22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1926A-804F-4B38-B4E1-C209A993467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3B8A2-FA23-497C-A786-B95451AA5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129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3B8A2-FA23-497C-A786-B95451AA54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5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51E99D2-8F99-E4BE-20CE-86944F719A37}"/>
              </a:ext>
            </a:extLst>
          </p:cNvPr>
          <p:cNvSpPr/>
          <p:nvPr/>
        </p:nvSpPr>
        <p:spPr>
          <a:xfrm>
            <a:off x="-152400" y="0"/>
            <a:ext cx="18516600" cy="10287000"/>
          </a:xfrm>
          <a:prstGeom prst="rect">
            <a:avLst/>
          </a:prstGeom>
          <a:solidFill>
            <a:srgbClr val="F5F5F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1C73E7"/>
              </a:solidFill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211830" y="1988164"/>
            <a:ext cx="5863824" cy="3794400"/>
          </a:xfrm>
          <a:custGeom>
            <a:avLst/>
            <a:gdLst/>
            <a:ahLst/>
            <a:cxnLst/>
            <a:rect l="l" t="t" r="r" b="b"/>
            <a:pathLst>
              <a:path w="1449139" h="870840">
                <a:moveTo>
                  <a:pt x="34327" y="0"/>
                </a:moveTo>
                <a:lnTo>
                  <a:pt x="1414812" y="0"/>
                </a:lnTo>
                <a:cubicBezTo>
                  <a:pt x="1433770" y="0"/>
                  <a:pt x="1449139" y="15369"/>
                  <a:pt x="1449139" y="34327"/>
                </a:cubicBezTo>
                <a:lnTo>
                  <a:pt x="1449139" y="836513"/>
                </a:lnTo>
                <a:cubicBezTo>
                  <a:pt x="1449139" y="855471"/>
                  <a:pt x="1433770" y="870840"/>
                  <a:pt x="1414812" y="870840"/>
                </a:cubicBezTo>
                <a:lnTo>
                  <a:pt x="34327" y="870840"/>
                </a:lnTo>
                <a:cubicBezTo>
                  <a:pt x="15369" y="870840"/>
                  <a:pt x="0" y="855471"/>
                  <a:pt x="0" y="836513"/>
                </a:cubicBezTo>
                <a:lnTo>
                  <a:pt x="0" y="34327"/>
                </a:lnTo>
                <a:cubicBezTo>
                  <a:pt x="0" y="15369"/>
                  <a:pt x="15369" y="0"/>
                  <a:pt x="34327" y="0"/>
                </a:cubicBezTo>
                <a:close/>
              </a:path>
            </a:pathLst>
          </a:custGeom>
          <a:solidFill>
            <a:schemeClr val="tx1">
              <a:alpha val="0"/>
            </a:scheme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211830" y="2124306"/>
            <a:ext cx="5863824" cy="3523784"/>
          </a:xfrm>
          <a:prstGeom prst="rect">
            <a:avLst/>
          </a:prstGeom>
        </p:spPr>
        <p:txBody>
          <a:bodyPr lIns="50791" tIns="50791" rIns="50791" bIns="50791" rtlCol="0" anchor="ctr"/>
          <a:lstStyle/>
          <a:p>
            <a:pPr algn="ctr">
              <a:lnSpc>
                <a:spcPts val="1920"/>
              </a:lnSpc>
            </a:pPr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414705" y="3970981"/>
            <a:ext cx="5458074" cy="1430444"/>
            <a:chOff x="0" y="0"/>
            <a:chExt cx="1437517" cy="376742"/>
          </a:xfrm>
          <a:solidFill>
            <a:srgbClr val="609DEE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517" cy="376742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437517" cy="376742"/>
            </a:xfrm>
            <a:prstGeom prst="roundRect">
              <a:avLst>
                <a:gd name="adj" fmla="val 9450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6048985" y="398172"/>
            <a:ext cx="1682105" cy="709793"/>
          </a:xfrm>
          <a:custGeom>
            <a:avLst/>
            <a:gdLst/>
            <a:ahLst/>
            <a:cxnLst/>
            <a:rect l="l" t="t" r="r" b="b"/>
            <a:pathLst>
              <a:path w="1682105" h="709793">
                <a:moveTo>
                  <a:pt x="0" y="0"/>
                </a:moveTo>
                <a:lnTo>
                  <a:pt x="1682105" y="0"/>
                </a:lnTo>
                <a:lnTo>
                  <a:pt x="1682105" y="709794"/>
                </a:lnTo>
                <a:lnTo>
                  <a:pt x="0" y="709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0" y="1377136"/>
            <a:ext cx="18288000" cy="412670"/>
            <a:chOff x="0" y="0"/>
            <a:chExt cx="27279141" cy="615556"/>
          </a:xfrm>
          <a:solidFill>
            <a:srgbClr val="C9CACA"/>
          </a:solidFill>
        </p:grpSpPr>
        <p:sp>
          <p:nvSpPr>
            <p:cNvPr id="14" name="Freeform 14"/>
            <p:cNvSpPr/>
            <p:nvPr/>
          </p:nvSpPr>
          <p:spPr>
            <a:xfrm>
              <a:off x="0" y="0"/>
              <a:ext cx="27279154" cy="615569"/>
            </a:xfrm>
            <a:custGeom>
              <a:avLst/>
              <a:gdLst/>
              <a:ahLst/>
              <a:cxnLst/>
              <a:rect l="l" t="t" r="r" b="b"/>
              <a:pathLst>
                <a:path w="27279154" h="615569">
                  <a:moveTo>
                    <a:pt x="0" y="0"/>
                  </a:moveTo>
                  <a:lnTo>
                    <a:pt x="27279154" y="0"/>
                  </a:lnTo>
                  <a:lnTo>
                    <a:pt x="27279154" y="615569"/>
                  </a:lnTo>
                  <a:lnTo>
                    <a:pt x="0" y="615569"/>
                  </a:ln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Freeform 16"/>
          <p:cNvSpPr/>
          <p:nvPr/>
        </p:nvSpPr>
        <p:spPr>
          <a:xfrm>
            <a:off x="6254412" y="6032971"/>
            <a:ext cx="11795486" cy="3785965"/>
          </a:xfrm>
          <a:custGeom>
            <a:avLst/>
            <a:gdLst/>
            <a:ahLst/>
            <a:cxnLst/>
            <a:rect l="l" t="t" r="r" b="b"/>
            <a:pathLst>
              <a:path w="3106630" h="997126">
                <a:moveTo>
                  <a:pt x="17065" y="0"/>
                </a:moveTo>
                <a:lnTo>
                  <a:pt x="3089565" y="0"/>
                </a:lnTo>
                <a:cubicBezTo>
                  <a:pt x="3094091" y="0"/>
                  <a:pt x="3098432" y="1798"/>
                  <a:pt x="3101632" y="4998"/>
                </a:cubicBezTo>
                <a:cubicBezTo>
                  <a:pt x="3104832" y="8199"/>
                  <a:pt x="3106630" y="12539"/>
                  <a:pt x="3106630" y="17065"/>
                </a:cubicBezTo>
                <a:lnTo>
                  <a:pt x="3106630" y="980061"/>
                </a:lnTo>
                <a:cubicBezTo>
                  <a:pt x="3106630" y="984587"/>
                  <a:pt x="3104832" y="988928"/>
                  <a:pt x="3101632" y="992128"/>
                </a:cubicBezTo>
                <a:cubicBezTo>
                  <a:pt x="3098432" y="995328"/>
                  <a:pt x="3094091" y="997126"/>
                  <a:pt x="3089565" y="997126"/>
                </a:cubicBezTo>
                <a:lnTo>
                  <a:pt x="17065" y="997126"/>
                </a:lnTo>
                <a:cubicBezTo>
                  <a:pt x="12539" y="997126"/>
                  <a:pt x="8199" y="995328"/>
                  <a:pt x="4998" y="992128"/>
                </a:cubicBezTo>
                <a:cubicBezTo>
                  <a:pt x="1798" y="988928"/>
                  <a:pt x="0" y="984587"/>
                  <a:pt x="0" y="980061"/>
                </a:cubicBezTo>
                <a:lnTo>
                  <a:pt x="0" y="17065"/>
                </a:lnTo>
                <a:cubicBezTo>
                  <a:pt x="0" y="12539"/>
                  <a:pt x="1798" y="8199"/>
                  <a:pt x="4998" y="4998"/>
                </a:cubicBezTo>
                <a:cubicBezTo>
                  <a:pt x="8199" y="1798"/>
                  <a:pt x="12539" y="0"/>
                  <a:pt x="17065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3985414" y="6846538"/>
            <a:ext cx="1564062" cy="2728596"/>
            <a:chOff x="0" y="0"/>
            <a:chExt cx="321823" cy="561439"/>
          </a:xfrm>
          <a:solidFill>
            <a:srgbClr val="C9CACA"/>
          </a:solidFill>
        </p:grpSpPr>
        <p:sp>
          <p:nvSpPr>
            <p:cNvPr id="19" name="Freeform 19"/>
            <p:cNvSpPr/>
            <p:nvPr/>
          </p:nvSpPr>
          <p:spPr>
            <a:xfrm>
              <a:off x="0" y="0"/>
              <a:ext cx="321823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321823" cy="561439"/>
            </a:xfrm>
            <a:prstGeom prst="roundRect">
              <a:avLst>
                <a:gd name="adj" fmla="val 8222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985414" y="7225996"/>
            <a:ext cx="1564062" cy="452150"/>
            <a:chOff x="0" y="0"/>
            <a:chExt cx="432917" cy="125151"/>
          </a:xfrm>
          <a:solidFill>
            <a:srgbClr val="E7457B"/>
          </a:solidFill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2917" cy="125151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32917" cy="125151"/>
            </a:xfrm>
            <a:prstGeom prst="roundRect">
              <a:avLst/>
            </a:prstGeom>
            <a:solidFill>
              <a:srgbClr val="032452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500013" y="6211475"/>
            <a:ext cx="11312489" cy="470535"/>
            <a:chOff x="0" y="0"/>
            <a:chExt cx="16931496" cy="704254"/>
          </a:xfrm>
          <a:solidFill>
            <a:srgbClr val="609DEE"/>
          </a:solidFill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931522" cy="704304"/>
            </a:xfrm>
            <a:custGeom>
              <a:avLst/>
              <a:gdLst/>
              <a:ahLst/>
              <a:cxnLst/>
              <a:rect l="l" t="t" r="r" b="b"/>
              <a:pathLst>
                <a:path w="16931522" h="704304">
                  <a:moveTo>
                    <a:pt x="0" y="117379"/>
                  </a:moveTo>
                  <a:cubicBezTo>
                    <a:pt x="0" y="52565"/>
                    <a:pt x="279709" y="0"/>
                    <a:pt x="624603" y="0"/>
                  </a:cubicBezTo>
                  <a:lnTo>
                    <a:pt x="16306950" y="0"/>
                  </a:lnTo>
                  <a:cubicBezTo>
                    <a:pt x="16651846" y="0"/>
                    <a:pt x="16931522" y="52565"/>
                    <a:pt x="16931522" y="117379"/>
                  </a:cubicBezTo>
                  <a:lnTo>
                    <a:pt x="16931522" y="586897"/>
                  </a:lnTo>
                  <a:cubicBezTo>
                    <a:pt x="16931522" y="651711"/>
                    <a:pt x="16651846" y="704304"/>
                    <a:pt x="16306950" y="704304"/>
                  </a:cubicBezTo>
                  <a:lnTo>
                    <a:pt x="624603" y="704304"/>
                  </a:lnTo>
                  <a:cubicBezTo>
                    <a:pt x="279709" y="704304"/>
                    <a:pt x="0" y="651711"/>
                    <a:pt x="0" y="586897"/>
                  </a:cubicBezTo>
                  <a:lnTo>
                    <a:pt x="0" y="117379"/>
                  </a:ln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759166" y="6856120"/>
            <a:ext cx="1566950" cy="2728596"/>
            <a:chOff x="0" y="0"/>
            <a:chExt cx="322418" cy="561439"/>
          </a:xfrm>
          <a:solidFill>
            <a:srgbClr val="C9CACA"/>
          </a:solidFill>
        </p:grpSpPr>
        <p:sp>
          <p:nvSpPr>
            <p:cNvPr id="27" name="Freeform 27"/>
            <p:cNvSpPr/>
            <p:nvPr/>
          </p:nvSpPr>
          <p:spPr>
            <a:xfrm>
              <a:off x="0" y="0"/>
              <a:ext cx="322418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0"/>
              <a:ext cx="322418" cy="561439"/>
            </a:xfrm>
            <a:prstGeom prst="roundRect">
              <a:avLst>
                <a:gd name="adj" fmla="val 10831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750963" y="7225996"/>
            <a:ext cx="1575152" cy="452150"/>
            <a:chOff x="0" y="0"/>
            <a:chExt cx="324105" cy="93035"/>
          </a:xfrm>
          <a:solidFill>
            <a:srgbClr val="E7457B"/>
          </a:solidFill>
        </p:grpSpPr>
        <p:sp>
          <p:nvSpPr>
            <p:cNvPr id="30" name="Freeform 30"/>
            <p:cNvSpPr/>
            <p:nvPr/>
          </p:nvSpPr>
          <p:spPr>
            <a:xfrm>
              <a:off x="0" y="0"/>
              <a:ext cx="324105" cy="9303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0"/>
              <a:ext cx="324105" cy="93035"/>
            </a:xfrm>
            <a:prstGeom prst="roundRect">
              <a:avLst/>
            </a:prstGeom>
            <a:solidFill>
              <a:srgbClr val="032452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495911" y="6856120"/>
            <a:ext cx="2140752" cy="2728596"/>
            <a:chOff x="0" y="0"/>
            <a:chExt cx="440484" cy="561439"/>
          </a:xfrm>
          <a:solidFill>
            <a:srgbClr val="C9CACA"/>
          </a:solidFill>
        </p:grpSpPr>
        <p:sp>
          <p:nvSpPr>
            <p:cNvPr id="33" name="Freeform 33"/>
            <p:cNvSpPr/>
            <p:nvPr/>
          </p:nvSpPr>
          <p:spPr>
            <a:xfrm>
              <a:off x="0" y="0"/>
              <a:ext cx="440484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440484" cy="561439"/>
            </a:xfrm>
            <a:prstGeom prst="roundRect">
              <a:avLst>
                <a:gd name="adj" fmla="val 7711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500013" y="7225996"/>
            <a:ext cx="2132549" cy="451533"/>
            <a:chOff x="0" y="0"/>
            <a:chExt cx="438796" cy="92908"/>
          </a:xfrm>
          <a:solidFill>
            <a:srgbClr val="E7457B"/>
          </a:solidFill>
        </p:grpSpPr>
        <p:sp>
          <p:nvSpPr>
            <p:cNvPr id="36" name="Freeform 36"/>
            <p:cNvSpPr/>
            <p:nvPr/>
          </p:nvSpPr>
          <p:spPr>
            <a:xfrm>
              <a:off x="0" y="0"/>
              <a:ext cx="438796" cy="92908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0"/>
              <a:ext cx="438796" cy="92908"/>
            </a:xfrm>
            <a:prstGeom prst="roundRect">
              <a:avLst/>
            </a:prstGeom>
            <a:solidFill>
              <a:srgbClr val="032452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516615" y="6856120"/>
            <a:ext cx="1566950" cy="2728596"/>
            <a:chOff x="0" y="0"/>
            <a:chExt cx="322418" cy="561439"/>
          </a:xfrm>
          <a:solidFill>
            <a:srgbClr val="C9CACA"/>
          </a:solidFill>
        </p:grpSpPr>
        <p:sp>
          <p:nvSpPr>
            <p:cNvPr id="39" name="Freeform 39"/>
            <p:cNvSpPr/>
            <p:nvPr/>
          </p:nvSpPr>
          <p:spPr>
            <a:xfrm>
              <a:off x="0" y="0"/>
              <a:ext cx="322418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0"/>
              <a:ext cx="322418" cy="561439"/>
            </a:xfrm>
            <a:prstGeom prst="roundRect">
              <a:avLst>
                <a:gd name="adj" fmla="val 9535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0512514" y="7225996"/>
            <a:ext cx="1575152" cy="461115"/>
            <a:chOff x="0" y="0"/>
            <a:chExt cx="324105" cy="94880"/>
          </a:xfrm>
          <a:solidFill>
            <a:srgbClr val="E7457B"/>
          </a:solidFill>
        </p:grpSpPr>
        <p:sp>
          <p:nvSpPr>
            <p:cNvPr id="42" name="Freeform 42"/>
            <p:cNvSpPr/>
            <p:nvPr/>
          </p:nvSpPr>
          <p:spPr>
            <a:xfrm>
              <a:off x="0" y="0"/>
              <a:ext cx="324105" cy="94880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324105" cy="94880"/>
            </a:xfrm>
            <a:prstGeom prst="roundRect">
              <a:avLst/>
            </a:prstGeom>
            <a:solidFill>
              <a:srgbClr val="032452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244168" y="6846538"/>
            <a:ext cx="1564062" cy="2738178"/>
            <a:chOff x="0" y="0"/>
            <a:chExt cx="321823" cy="563411"/>
          </a:xfrm>
          <a:solidFill>
            <a:srgbClr val="C9CACA"/>
          </a:solidFill>
        </p:grpSpPr>
        <p:sp>
          <p:nvSpPr>
            <p:cNvPr id="45" name="Freeform 45"/>
            <p:cNvSpPr/>
            <p:nvPr/>
          </p:nvSpPr>
          <p:spPr>
            <a:xfrm>
              <a:off x="0" y="0"/>
              <a:ext cx="321823" cy="563411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0"/>
              <a:ext cx="321823" cy="563411"/>
            </a:xfrm>
            <a:prstGeom prst="roundRect">
              <a:avLst>
                <a:gd name="adj" fmla="val 9521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247504" y="7225996"/>
            <a:ext cx="1557389" cy="451533"/>
            <a:chOff x="0" y="0"/>
            <a:chExt cx="320450" cy="92908"/>
          </a:xfrm>
          <a:solidFill>
            <a:srgbClr val="E7457B"/>
          </a:solidFill>
        </p:grpSpPr>
        <p:sp>
          <p:nvSpPr>
            <p:cNvPr id="48" name="Freeform 48"/>
            <p:cNvSpPr/>
            <p:nvPr/>
          </p:nvSpPr>
          <p:spPr>
            <a:xfrm>
              <a:off x="0" y="0"/>
              <a:ext cx="320450" cy="92908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0"/>
              <a:ext cx="320450" cy="92908"/>
            </a:xfrm>
            <a:prstGeom prst="roundRect">
              <a:avLst/>
            </a:prstGeom>
            <a:solidFill>
              <a:srgbClr val="032452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5674916" y="6856120"/>
            <a:ext cx="2133484" cy="2719014"/>
            <a:chOff x="0" y="0"/>
            <a:chExt cx="438988" cy="559468"/>
          </a:xfrm>
          <a:solidFill>
            <a:srgbClr val="C9CACA"/>
          </a:solidFill>
        </p:grpSpPr>
        <p:sp>
          <p:nvSpPr>
            <p:cNvPr id="51" name="Freeform 51"/>
            <p:cNvSpPr/>
            <p:nvPr/>
          </p:nvSpPr>
          <p:spPr>
            <a:xfrm>
              <a:off x="0" y="0"/>
              <a:ext cx="438988" cy="559468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0"/>
              <a:ext cx="438988" cy="559468"/>
            </a:xfrm>
            <a:prstGeom prst="roundRect">
              <a:avLst>
                <a:gd name="adj" fmla="val 6190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5674916" y="7225996"/>
            <a:ext cx="2133484" cy="452150"/>
            <a:chOff x="0" y="0"/>
            <a:chExt cx="438988" cy="93035"/>
          </a:xfrm>
          <a:solidFill>
            <a:srgbClr val="E7457B"/>
          </a:solidFill>
        </p:grpSpPr>
        <p:sp>
          <p:nvSpPr>
            <p:cNvPr id="54" name="Freeform 54"/>
            <p:cNvSpPr/>
            <p:nvPr/>
          </p:nvSpPr>
          <p:spPr>
            <a:xfrm>
              <a:off x="0" y="0"/>
              <a:ext cx="438988" cy="9303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0"/>
              <a:ext cx="438988" cy="93035"/>
            </a:xfrm>
            <a:prstGeom prst="roundRect">
              <a:avLst/>
            </a:prstGeom>
            <a:solidFill>
              <a:srgbClr val="032452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569399" y="7785508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57" name="Freeform 57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569399" y="8006026"/>
            <a:ext cx="1993776" cy="153651"/>
            <a:chOff x="0" y="0"/>
            <a:chExt cx="410242" cy="31615"/>
          </a:xfrm>
          <a:solidFill>
            <a:srgbClr val="E7457B"/>
          </a:solidFill>
        </p:grpSpPr>
        <p:sp>
          <p:nvSpPr>
            <p:cNvPr id="60" name="Freeform 60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569399" y="8226352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63" name="Freeform 63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569399" y="8446679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66" name="Freeform 66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569399" y="8667005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69" name="Freeform 69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569399" y="8887331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72" name="Freeform 72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569399" y="9107657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75" name="Freeform 75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6569399" y="9327983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78" name="Freeform 78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10573765" y="7780120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81" name="Freeform 81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0573765" y="800054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84" name="Freeform 84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8800419" y="7781402"/>
            <a:ext cx="1473137" cy="162055"/>
            <a:chOff x="0" y="0"/>
            <a:chExt cx="321637" cy="35382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87" name="Freeform 87"/>
            <p:cNvSpPr/>
            <p:nvPr/>
          </p:nvSpPr>
          <p:spPr>
            <a:xfrm>
              <a:off x="0" y="0"/>
              <a:ext cx="321637" cy="35382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0"/>
              <a:ext cx="321637" cy="35382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14017780" y="7777635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0" name="Freeform 90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4017780" y="800054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3" name="Freeform 93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8800419" y="8000787"/>
            <a:ext cx="1473137" cy="158891"/>
            <a:chOff x="0" y="0"/>
            <a:chExt cx="328042" cy="35382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6" name="Freeform 96"/>
            <p:cNvSpPr/>
            <p:nvPr/>
          </p:nvSpPr>
          <p:spPr>
            <a:xfrm>
              <a:off x="0" y="0"/>
              <a:ext cx="328042" cy="35382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0"/>
              <a:ext cx="328042" cy="35382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8800419" y="8219992"/>
            <a:ext cx="1473137" cy="151638"/>
            <a:chOff x="0" y="0"/>
            <a:chExt cx="325543" cy="33510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9" name="Freeform 99"/>
            <p:cNvSpPr/>
            <p:nvPr/>
          </p:nvSpPr>
          <p:spPr>
            <a:xfrm>
              <a:off x="0" y="0"/>
              <a:ext cx="325543" cy="33510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0" y="0"/>
              <a:ext cx="325543" cy="33510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12292727" y="7780216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12292727" y="800054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07" name="Group 107"/>
          <p:cNvGrpSpPr/>
          <p:nvPr/>
        </p:nvGrpSpPr>
        <p:grpSpPr>
          <a:xfrm>
            <a:off x="12292727" y="822635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08" name="Freeform 108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10" name="Freeform 110"/>
          <p:cNvSpPr/>
          <p:nvPr/>
        </p:nvSpPr>
        <p:spPr>
          <a:xfrm>
            <a:off x="8881223" y="8541879"/>
            <a:ext cx="1253897" cy="1033254"/>
          </a:xfrm>
          <a:custGeom>
            <a:avLst/>
            <a:gdLst/>
            <a:ahLst/>
            <a:cxnLst/>
            <a:rect l="l" t="t" r="r" b="b"/>
            <a:pathLst>
              <a:path w="1253897" h="1033254">
                <a:moveTo>
                  <a:pt x="0" y="0"/>
                </a:moveTo>
                <a:lnTo>
                  <a:pt x="1253897" y="0"/>
                </a:lnTo>
                <a:lnTo>
                  <a:pt x="1253897" y="1033255"/>
                </a:lnTo>
                <a:lnTo>
                  <a:pt x="0" y="10332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440" b="-231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1" name="Freeform 111"/>
          <p:cNvSpPr/>
          <p:nvPr/>
        </p:nvSpPr>
        <p:spPr>
          <a:xfrm>
            <a:off x="10840159" y="8654719"/>
            <a:ext cx="941400" cy="924926"/>
          </a:xfrm>
          <a:custGeom>
            <a:avLst/>
            <a:gdLst/>
            <a:ahLst/>
            <a:cxnLst/>
            <a:rect l="l" t="t" r="r" b="b"/>
            <a:pathLst>
              <a:path w="941400" h="924926">
                <a:moveTo>
                  <a:pt x="0" y="0"/>
                </a:moveTo>
                <a:lnTo>
                  <a:pt x="941400" y="0"/>
                </a:lnTo>
                <a:lnTo>
                  <a:pt x="941400" y="924926"/>
                </a:lnTo>
                <a:lnTo>
                  <a:pt x="0" y="9249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2" name="Freeform 112"/>
          <p:cNvSpPr/>
          <p:nvPr/>
        </p:nvSpPr>
        <p:spPr>
          <a:xfrm>
            <a:off x="12304424" y="8650208"/>
            <a:ext cx="1450795" cy="933949"/>
          </a:xfrm>
          <a:custGeom>
            <a:avLst/>
            <a:gdLst/>
            <a:ahLst/>
            <a:cxnLst/>
            <a:rect l="l" t="t" r="r" b="b"/>
            <a:pathLst>
              <a:path w="1450795" h="933949">
                <a:moveTo>
                  <a:pt x="0" y="0"/>
                </a:moveTo>
                <a:lnTo>
                  <a:pt x="1450794" y="0"/>
                </a:lnTo>
                <a:lnTo>
                  <a:pt x="1450794" y="933949"/>
                </a:lnTo>
                <a:lnTo>
                  <a:pt x="0" y="933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3" name="Freeform 113"/>
          <p:cNvSpPr/>
          <p:nvPr/>
        </p:nvSpPr>
        <p:spPr>
          <a:xfrm>
            <a:off x="14122320" y="8460418"/>
            <a:ext cx="1290250" cy="1104777"/>
          </a:xfrm>
          <a:custGeom>
            <a:avLst/>
            <a:gdLst/>
            <a:ahLst/>
            <a:cxnLst/>
            <a:rect l="l" t="t" r="r" b="b"/>
            <a:pathLst>
              <a:path w="1290250" h="1104777">
                <a:moveTo>
                  <a:pt x="0" y="0"/>
                </a:moveTo>
                <a:lnTo>
                  <a:pt x="1290250" y="0"/>
                </a:lnTo>
                <a:lnTo>
                  <a:pt x="1290250" y="1104777"/>
                </a:lnTo>
                <a:lnTo>
                  <a:pt x="0" y="11047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4" name="Group 114"/>
          <p:cNvGrpSpPr/>
          <p:nvPr/>
        </p:nvGrpSpPr>
        <p:grpSpPr>
          <a:xfrm>
            <a:off x="15730451" y="7773220"/>
            <a:ext cx="2010164" cy="159705"/>
            <a:chOff x="0" y="0"/>
            <a:chExt cx="397935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17" name="Freeform 117"/>
          <p:cNvSpPr/>
          <p:nvPr/>
        </p:nvSpPr>
        <p:spPr>
          <a:xfrm>
            <a:off x="16095174" y="8611631"/>
            <a:ext cx="1292968" cy="953564"/>
          </a:xfrm>
          <a:custGeom>
            <a:avLst/>
            <a:gdLst/>
            <a:ahLst/>
            <a:cxnLst/>
            <a:rect l="l" t="t" r="r" b="b"/>
            <a:pathLst>
              <a:path w="1292968" h="953564">
                <a:moveTo>
                  <a:pt x="0" y="0"/>
                </a:moveTo>
                <a:lnTo>
                  <a:pt x="1292968" y="0"/>
                </a:lnTo>
                <a:lnTo>
                  <a:pt x="1292968" y="953564"/>
                </a:lnTo>
                <a:lnTo>
                  <a:pt x="0" y="9535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8" name="Group 118"/>
          <p:cNvGrpSpPr/>
          <p:nvPr/>
        </p:nvGrpSpPr>
        <p:grpSpPr>
          <a:xfrm>
            <a:off x="15730451" y="7986509"/>
            <a:ext cx="2010164" cy="159705"/>
            <a:chOff x="0" y="0"/>
            <a:chExt cx="397935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19" name="Freeform 119"/>
            <p:cNvSpPr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15730451" y="8221449"/>
            <a:ext cx="2010164" cy="159705"/>
            <a:chOff x="0" y="0"/>
            <a:chExt cx="397935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22" name="Freeform 122"/>
            <p:cNvSpPr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10573765" y="8227503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28" name="Freeform 128"/>
          <p:cNvSpPr/>
          <p:nvPr/>
        </p:nvSpPr>
        <p:spPr>
          <a:xfrm>
            <a:off x="12434863" y="1988164"/>
            <a:ext cx="5615035" cy="3794400"/>
          </a:xfrm>
          <a:custGeom>
            <a:avLst/>
            <a:gdLst/>
            <a:ahLst/>
            <a:cxnLst/>
            <a:rect l="l" t="t" r="r" b="b"/>
            <a:pathLst>
              <a:path w="1395650" h="875857">
                <a:moveTo>
                  <a:pt x="27576" y="0"/>
                </a:moveTo>
                <a:lnTo>
                  <a:pt x="1368075" y="0"/>
                </a:lnTo>
                <a:cubicBezTo>
                  <a:pt x="1383304" y="0"/>
                  <a:pt x="1395650" y="12346"/>
                  <a:pt x="1395650" y="27576"/>
                </a:cubicBezTo>
                <a:lnTo>
                  <a:pt x="1395650" y="848282"/>
                </a:lnTo>
                <a:cubicBezTo>
                  <a:pt x="1395650" y="855595"/>
                  <a:pt x="1392745" y="862609"/>
                  <a:pt x="1387574" y="867781"/>
                </a:cubicBezTo>
                <a:cubicBezTo>
                  <a:pt x="1382402" y="872952"/>
                  <a:pt x="1375388" y="875857"/>
                  <a:pt x="1368075" y="875857"/>
                </a:cubicBezTo>
                <a:lnTo>
                  <a:pt x="27576" y="875857"/>
                </a:lnTo>
                <a:cubicBezTo>
                  <a:pt x="12346" y="875857"/>
                  <a:pt x="0" y="863511"/>
                  <a:pt x="0" y="848282"/>
                </a:cubicBezTo>
                <a:lnTo>
                  <a:pt x="0" y="27576"/>
                </a:lnTo>
                <a:cubicBezTo>
                  <a:pt x="0" y="12346"/>
                  <a:pt x="12346" y="0"/>
                  <a:pt x="27576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sq">
            <a:solidFill>
              <a:srgbClr val="C9CAC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30" name="Group 130"/>
          <p:cNvGrpSpPr/>
          <p:nvPr/>
        </p:nvGrpSpPr>
        <p:grpSpPr>
          <a:xfrm>
            <a:off x="15308477" y="3921872"/>
            <a:ext cx="2603010" cy="1608659"/>
            <a:chOff x="0" y="0"/>
            <a:chExt cx="691896" cy="427609"/>
          </a:xfrm>
          <a:solidFill>
            <a:srgbClr val="609DEE"/>
          </a:solidFill>
        </p:grpSpPr>
        <p:sp>
          <p:nvSpPr>
            <p:cNvPr id="131" name="Freeform 131"/>
            <p:cNvSpPr/>
            <p:nvPr/>
          </p:nvSpPr>
          <p:spPr>
            <a:xfrm>
              <a:off x="0" y="0"/>
              <a:ext cx="691896" cy="42760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0" y="0"/>
              <a:ext cx="691896" cy="427609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33" name="Freeform 133"/>
          <p:cNvSpPr/>
          <p:nvPr/>
        </p:nvSpPr>
        <p:spPr>
          <a:xfrm>
            <a:off x="15414280" y="4181782"/>
            <a:ext cx="1057705" cy="1342289"/>
          </a:xfrm>
          <a:custGeom>
            <a:avLst/>
            <a:gdLst/>
            <a:ahLst/>
            <a:cxnLst/>
            <a:rect l="l" t="t" r="r" b="b"/>
            <a:pathLst>
              <a:path w="1057705" h="1342289">
                <a:moveTo>
                  <a:pt x="0" y="0"/>
                </a:moveTo>
                <a:lnTo>
                  <a:pt x="1057705" y="0"/>
                </a:lnTo>
                <a:lnTo>
                  <a:pt x="1057705" y="1342289"/>
                </a:lnTo>
                <a:lnTo>
                  <a:pt x="0" y="13422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2690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4" name="TextBox 134"/>
          <p:cNvSpPr txBox="1"/>
          <p:nvPr/>
        </p:nvSpPr>
        <p:spPr>
          <a:xfrm>
            <a:off x="16604868" y="3985322"/>
            <a:ext cx="1132496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Z</a:t>
            </a:r>
          </a:p>
          <a:p>
            <a:pPr algn="r">
              <a:lnSpc>
                <a:spcPts val="1902"/>
              </a:lnSpc>
            </a:pP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(1997-2012)</a:t>
            </a:r>
          </a:p>
        </p:txBody>
      </p:sp>
      <p:grpSp>
        <p:nvGrpSpPr>
          <p:cNvPr id="135" name="Group 135"/>
          <p:cNvGrpSpPr/>
          <p:nvPr/>
        </p:nvGrpSpPr>
        <p:grpSpPr>
          <a:xfrm>
            <a:off x="16936257" y="4570386"/>
            <a:ext cx="1159789" cy="377228"/>
            <a:chOff x="0" y="0"/>
            <a:chExt cx="288273" cy="93762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288273" cy="93762"/>
            </a:xfrm>
            <a:custGeom>
              <a:avLst/>
              <a:gdLst/>
              <a:ahLst/>
              <a:cxnLst/>
              <a:rect l="l" t="t" r="r" b="b"/>
              <a:pathLst>
                <a:path w="288273" h="93762">
                  <a:moveTo>
                    <a:pt x="46881" y="0"/>
                  </a:moveTo>
                  <a:lnTo>
                    <a:pt x="241391" y="0"/>
                  </a:lnTo>
                  <a:cubicBezTo>
                    <a:pt x="267283" y="0"/>
                    <a:pt x="288273" y="20989"/>
                    <a:pt x="288273" y="46881"/>
                  </a:cubicBezTo>
                  <a:lnTo>
                    <a:pt x="288273" y="46881"/>
                  </a:lnTo>
                  <a:cubicBezTo>
                    <a:pt x="288273" y="72773"/>
                    <a:pt x="267283" y="93762"/>
                    <a:pt x="241391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0"/>
              <a:ext cx="288273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38" name="TextBox 138"/>
          <p:cNvSpPr txBox="1"/>
          <p:nvPr/>
        </p:nvSpPr>
        <p:spPr>
          <a:xfrm>
            <a:off x="16286993" y="4542284"/>
            <a:ext cx="142604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persentase_z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16286993" y="5068160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count_z</a:t>
            </a: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grpSp>
        <p:nvGrpSpPr>
          <p:cNvPr id="140" name="Group 140"/>
          <p:cNvGrpSpPr/>
          <p:nvPr/>
        </p:nvGrpSpPr>
        <p:grpSpPr>
          <a:xfrm>
            <a:off x="15308477" y="2243034"/>
            <a:ext cx="2603010" cy="1607479"/>
            <a:chOff x="0" y="0"/>
            <a:chExt cx="691865" cy="427259"/>
          </a:xfrm>
          <a:solidFill>
            <a:srgbClr val="032452"/>
          </a:solidFill>
        </p:grpSpPr>
        <p:sp>
          <p:nvSpPr>
            <p:cNvPr id="141" name="Freeform 141"/>
            <p:cNvSpPr/>
            <p:nvPr/>
          </p:nvSpPr>
          <p:spPr>
            <a:xfrm>
              <a:off x="0" y="0"/>
              <a:ext cx="691865" cy="42725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0" y="0"/>
              <a:ext cx="691865" cy="427259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43" name="Freeform 143"/>
          <p:cNvSpPr/>
          <p:nvPr/>
        </p:nvSpPr>
        <p:spPr>
          <a:xfrm>
            <a:off x="15398763" y="2531000"/>
            <a:ext cx="813649" cy="1319513"/>
          </a:xfrm>
          <a:custGeom>
            <a:avLst/>
            <a:gdLst/>
            <a:ahLst/>
            <a:cxnLst/>
            <a:rect l="l" t="t" r="r" b="b"/>
            <a:pathLst>
              <a:path w="813649" h="1319513">
                <a:moveTo>
                  <a:pt x="0" y="0"/>
                </a:moveTo>
                <a:lnTo>
                  <a:pt x="813649" y="0"/>
                </a:lnTo>
                <a:lnTo>
                  <a:pt x="813649" y="1319513"/>
                </a:lnTo>
                <a:lnTo>
                  <a:pt x="0" y="13195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04497" r="-96924" b="-8586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4" name="TextBox 144"/>
          <p:cNvSpPr txBox="1"/>
          <p:nvPr/>
        </p:nvSpPr>
        <p:spPr>
          <a:xfrm>
            <a:off x="16604868" y="2359272"/>
            <a:ext cx="1132496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CFDFD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Y</a:t>
            </a:r>
            <a:r>
              <a:rPr lang="en-US" sz="1585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r">
              <a:lnSpc>
                <a:spcPts val="1902"/>
              </a:lnSpc>
            </a:pPr>
            <a:r>
              <a:rPr lang="en-US" sz="1585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(1981-1996)</a:t>
            </a:r>
          </a:p>
        </p:txBody>
      </p:sp>
      <p:grpSp>
        <p:nvGrpSpPr>
          <p:cNvPr id="145" name="Group 145"/>
          <p:cNvGrpSpPr/>
          <p:nvPr/>
        </p:nvGrpSpPr>
        <p:grpSpPr>
          <a:xfrm>
            <a:off x="16799105" y="3002142"/>
            <a:ext cx="1235054" cy="377228"/>
            <a:chOff x="0" y="0"/>
            <a:chExt cx="306980" cy="93762"/>
          </a:xfrm>
        </p:grpSpPr>
        <p:sp>
          <p:nvSpPr>
            <p:cNvPr id="146" name="Freeform 146"/>
            <p:cNvSpPr/>
            <p:nvPr/>
          </p:nvSpPr>
          <p:spPr>
            <a:xfrm>
              <a:off x="0" y="0"/>
              <a:ext cx="306980" cy="93762"/>
            </a:xfrm>
            <a:custGeom>
              <a:avLst/>
              <a:gdLst/>
              <a:ahLst/>
              <a:cxnLst/>
              <a:rect l="l" t="t" r="r" b="b"/>
              <a:pathLst>
                <a:path w="306980" h="93762">
                  <a:moveTo>
                    <a:pt x="46881" y="0"/>
                  </a:moveTo>
                  <a:lnTo>
                    <a:pt x="260099" y="0"/>
                  </a:lnTo>
                  <a:cubicBezTo>
                    <a:pt x="285991" y="0"/>
                    <a:pt x="306980" y="20989"/>
                    <a:pt x="306980" y="46881"/>
                  </a:cubicBezTo>
                  <a:lnTo>
                    <a:pt x="306980" y="46881"/>
                  </a:lnTo>
                  <a:cubicBezTo>
                    <a:pt x="306980" y="72773"/>
                    <a:pt x="285991" y="93762"/>
                    <a:pt x="260099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0" y="0"/>
              <a:ext cx="306980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48" name="TextBox 148"/>
          <p:cNvSpPr txBox="1"/>
          <p:nvPr/>
        </p:nvSpPr>
        <p:spPr>
          <a:xfrm>
            <a:off x="16306645" y="2971442"/>
            <a:ext cx="142604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persentase_y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49" name="TextBox 149"/>
          <p:cNvSpPr txBox="1"/>
          <p:nvPr/>
        </p:nvSpPr>
        <p:spPr>
          <a:xfrm>
            <a:off x="16286993" y="3441304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count_y</a:t>
            </a: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grpSp>
        <p:nvGrpSpPr>
          <p:cNvPr id="150" name="Group 150"/>
          <p:cNvGrpSpPr/>
          <p:nvPr/>
        </p:nvGrpSpPr>
        <p:grpSpPr>
          <a:xfrm>
            <a:off x="12574698" y="2241865"/>
            <a:ext cx="2603010" cy="1608648"/>
            <a:chOff x="0" y="0"/>
            <a:chExt cx="691865" cy="427569"/>
          </a:xfrm>
          <a:solidFill>
            <a:srgbClr val="609DEE"/>
          </a:solidFill>
        </p:grpSpPr>
        <p:sp>
          <p:nvSpPr>
            <p:cNvPr id="151" name="Freeform 151"/>
            <p:cNvSpPr/>
            <p:nvPr/>
          </p:nvSpPr>
          <p:spPr>
            <a:xfrm>
              <a:off x="0" y="0"/>
              <a:ext cx="691865" cy="42756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0" y="0"/>
              <a:ext cx="691865" cy="427569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53" name="Freeform 153"/>
          <p:cNvSpPr/>
          <p:nvPr/>
        </p:nvSpPr>
        <p:spPr>
          <a:xfrm>
            <a:off x="12586587" y="2430413"/>
            <a:ext cx="1175064" cy="1420099"/>
          </a:xfrm>
          <a:custGeom>
            <a:avLst/>
            <a:gdLst/>
            <a:ahLst/>
            <a:cxnLst/>
            <a:rect l="l" t="t" r="r" b="b"/>
            <a:pathLst>
              <a:path w="1175064" h="1420099">
                <a:moveTo>
                  <a:pt x="0" y="0"/>
                </a:moveTo>
                <a:lnTo>
                  <a:pt x="1175064" y="0"/>
                </a:lnTo>
                <a:lnTo>
                  <a:pt x="1175064" y="1420100"/>
                </a:lnTo>
                <a:lnTo>
                  <a:pt x="0" y="14201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2952" b="-2786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4" name="TextBox 154"/>
          <p:cNvSpPr txBox="1"/>
          <p:nvPr/>
        </p:nvSpPr>
        <p:spPr>
          <a:xfrm>
            <a:off x="13349199" y="2359272"/>
            <a:ext cx="1636885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Baby Boomers</a:t>
            </a: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(1946-1964)</a:t>
            </a:r>
          </a:p>
        </p:txBody>
      </p:sp>
      <p:grpSp>
        <p:nvGrpSpPr>
          <p:cNvPr id="155" name="Group 155"/>
          <p:cNvGrpSpPr/>
          <p:nvPr/>
        </p:nvGrpSpPr>
        <p:grpSpPr>
          <a:xfrm>
            <a:off x="14225922" y="2990471"/>
            <a:ext cx="1082555" cy="377228"/>
            <a:chOff x="0" y="0"/>
            <a:chExt cx="269075" cy="93762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269075" cy="93762"/>
            </a:xfrm>
            <a:custGeom>
              <a:avLst/>
              <a:gdLst/>
              <a:ahLst/>
              <a:cxnLst/>
              <a:rect l="l" t="t" r="r" b="b"/>
              <a:pathLst>
                <a:path w="269075" h="93762">
                  <a:moveTo>
                    <a:pt x="46881" y="0"/>
                  </a:moveTo>
                  <a:lnTo>
                    <a:pt x="222194" y="0"/>
                  </a:lnTo>
                  <a:cubicBezTo>
                    <a:pt x="248086" y="0"/>
                    <a:pt x="269075" y="20989"/>
                    <a:pt x="269075" y="46881"/>
                  </a:cubicBezTo>
                  <a:lnTo>
                    <a:pt x="269075" y="46881"/>
                  </a:lnTo>
                  <a:cubicBezTo>
                    <a:pt x="269075" y="72773"/>
                    <a:pt x="248086" y="93762"/>
                    <a:pt x="222194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0"/>
              <a:ext cx="269075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58" name="TextBox 158"/>
          <p:cNvSpPr txBox="1"/>
          <p:nvPr/>
        </p:nvSpPr>
        <p:spPr>
          <a:xfrm>
            <a:off x="13560037" y="2971442"/>
            <a:ext cx="1426047" cy="1269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persentase_bb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59" name="TextBox 159"/>
          <p:cNvSpPr txBox="1"/>
          <p:nvPr/>
        </p:nvSpPr>
        <p:spPr>
          <a:xfrm>
            <a:off x="13560037" y="3441304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count_bb</a:t>
            </a: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grpSp>
        <p:nvGrpSpPr>
          <p:cNvPr id="160" name="Group 160"/>
          <p:cNvGrpSpPr/>
          <p:nvPr/>
        </p:nvGrpSpPr>
        <p:grpSpPr>
          <a:xfrm>
            <a:off x="12578102" y="3928332"/>
            <a:ext cx="2603010" cy="1602199"/>
            <a:chOff x="0" y="0"/>
            <a:chExt cx="691865" cy="425855"/>
          </a:xfrm>
          <a:solidFill>
            <a:srgbClr val="032452"/>
          </a:solidFill>
        </p:grpSpPr>
        <p:sp>
          <p:nvSpPr>
            <p:cNvPr id="161" name="Freeform 161"/>
            <p:cNvSpPr/>
            <p:nvPr/>
          </p:nvSpPr>
          <p:spPr>
            <a:xfrm>
              <a:off x="0" y="0"/>
              <a:ext cx="691865" cy="42585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0" y="0"/>
              <a:ext cx="691865" cy="425855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63" name="Freeform 163"/>
          <p:cNvSpPr/>
          <p:nvPr/>
        </p:nvSpPr>
        <p:spPr>
          <a:xfrm>
            <a:off x="12608381" y="4136333"/>
            <a:ext cx="1015478" cy="1385114"/>
          </a:xfrm>
          <a:custGeom>
            <a:avLst/>
            <a:gdLst/>
            <a:ahLst/>
            <a:cxnLst/>
            <a:rect l="l" t="t" r="r" b="b"/>
            <a:pathLst>
              <a:path w="1015478" h="1385114">
                <a:moveTo>
                  <a:pt x="0" y="0"/>
                </a:moveTo>
                <a:lnTo>
                  <a:pt x="1015477" y="0"/>
                </a:lnTo>
                <a:lnTo>
                  <a:pt x="1015477" y="1385113"/>
                </a:lnTo>
                <a:lnTo>
                  <a:pt x="0" y="138511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10039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64" name="Group 164"/>
          <p:cNvGrpSpPr/>
          <p:nvPr/>
        </p:nvGrpSpPr>
        <p:grpSpPr>
          <a:xfrm>
            <a:off x="14148687" y="4561312"/>
            <a:ext cx="1159789" cy="377228"/>
            <a:chOff x="0" y="0"/>
            <a:chExt cx="288273" cy="93762"/>
          </a:xfrm>
        </p:grpSpPr>
        <p:sp>
          <p:nvSpPr>
            <p:cNvPr id="165" name="Freeform 165"/>
            <p:cNvSpPr/>
            <p:nvPr/>
          </p:nvSpPr>
          <p:spPr>
            <a:xfrm>
              <a:off x="0" y="0"/>
              <a:ext cx="288273" cy="93762"/>
            </a:xfrm>
            <a:custGeom>
              <a:avLst/>
              <a:gdLst/>
              <a:ahLst/>
              <a:cxnLst/>
              <a:rect l="l" t="t" r="r" b="b"/>
              <a:pathLst>
                <a:path w="288273" h="93762">
                  <a:moveTo>
                    <a:pt x="46881" y="0"/>
                  </a:moveTo>
                  <a:lnTo>
                    <a:pt x="241391" y="0"/>
                  </a:lnTo>
                  <a:cubicBezTo>
                    <a:pt x="267283" y="0"/>
                    <a:pt x="288273" y="20989"/>
                    <a:pt x="288273" y="46881"/>
                  </a:cubicBezTo>
                  <a:lnTo>
                    <a:pt x="288273" y="46881"/>
                  </a:lnTo>
                  <a:cubicBezTo>
                    <a:pt x="288273" y="72773"/>
                    <a:pt x="267283" y="93762"/>
                    <a:pt x="241391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0" y="0"/>
              <a:ext cx="288273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67" name="TextBox 167"/>
          <p:cNvSpPr txBox="1"/>
          <p:nvPr/>
        </p:nvSpPr>
        <p:spPr>
          <a:xfrm>
            <a:off x="13636732" y="4542422"/>
            <a:ext cx="142604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persentase_x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13617080" y="5068298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count_x</a:t>
            </a: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13610558" y="3985322"/>
            <a:ext cx="1452222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X</a:t>
            </a: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r">
              <a:lnSpc>
                <a:spcPts val="1902"/>
              </a:lnSpc>
            </a:pP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(1965-1980)</a:t>
            </a:r>
          </a:p>
        </p:txBody>
      </p:sp>
      <p:sp>
        <p:nvSpPr>
          <p:cNvPr id="17" name="Freeform 10">
            <a:extLst>
              <a:ext uri="{FF2B5EF4-FFF2-40B4-BE49-F238E27FC236}">
                <a16:creationId xmlns:a16="http://schemas.microsoft.com/office/drawing/2014/main" id="{1CC7C534-5D7D-0B64-DA68-FF17D8A9DE49}"/>
              </a:ext>
            </a:extLst>
          </p:cNvPr>
          <p:cNvSpPr/>
          <p:nvPr/>
        </p:nvSpPr>
        <p:spPr>
          <a:xfrm>
            <a:off x="413156" y="2409878"/>
            <a:ext cx="5458074" cy="1430556"/>
          </a:xfrm>
          <a:custGeom>
            <a:avLst/>
            <a:gdLst/>
            <a:ahLst/>
            <a:cxnLst/>
            <a:rect l="l" t="t" r="r" b="b"/>
            <a:pathLst>
              <a:path w="1437517" h="376772">
                <a:moveTo>
                  <a:pt x="36879" y="0"/>
                </a:moveTo>
                <a:lnTo>
                  <a:pt x="1400638" y="0"/>
                </a:lnTo>
                <a:cubicBezTo>
                  <a:pt x="1410419" y="0"/>
                  <a:pt x="1419799" y="3885"/>
                  <a:pt x="1426716" y="10802"/>
                </a:cubicBezTo>
                <a:cubicBezTo>
                  <a:pt x="1433632" y="17718"/>
                  <a:pt x="1437517" y="27098"/>
                  <a:pt x="1437517" y="36879"/>
                </a:cubicBezTo>
                <a:lnTo>
                  <a:pt x="1437517" y="339893"/>
                </a:lnTo>
                <a:cubicBezTo>
                  <a:pt x="1437517" y="349674"/>
                  <a:pt x="1433632" y="359054"/>
                  <a:pt x="1426716" y="365970"/>
                </a:cubicBezTo>
                <a:cubicBezTo>
                  <a:pt x="1419799" y="372886"/>
                  <a:pt x="1410419" y="376772"/>
                  <a:pt x="1400638" y="376772"/>
                </a:cubicBezTo>
                <a:lnTo>
                  <a:pt x="36879" y="376772"/>
                </a:lnTo>
                <a:cubicBezTo>
                  <a:pt x="27098" y="376772"/>
                  <a:pt x="17718" y="372886"/>
                  <a:pt x="10802" y="365970"/>
                </a:cubicBezTo>
                <a:cubicBezTo>
                  <a:pt x="3885" y="359054"/>
                  <a:pt x="0" y="349674"/>
                  <a:pt x="0" y="339893"/>
                </a:cubicBezTo>
                <a:lnTo>
                  <a:pt x="0" y="36879"/>
                </a:lnTo>
                <a:cubicBezTo>
                  <a:pt x="0" y="27098"/>
                  <a:pt x="3885" y="17718"/>
                  <a:pt x="10802" y="10802"/>
                </a:cubicBezTo>
                <a:cubicBezTo>
                  <a:pt x="17718" y="3885"/>
                  <a:pt x="27098" y="0"/>
                  <a:pt x="36879" y="0"/>
                </a:cubicBezTo>
                <a:close/>
              </a:path>
            </a:pathLst>
          </a:custGeom>
          <a:solidFill>
            <a:srgbClr val="032452"/>
          </a:solidFill>
        </p:spPr>
        <p:txBody>
          <a:bodyPr/>
          <a:lstStyle/>
          <a:p>
            <a:endParaRPr lang="en-US"/>
          </a:p>
        </p:txBody>
      </p:sp>
      <p:sp>
        <p:nvSpPr>
          <p:cNvPr id="170" name="Freeform 170"/>
          <p:cNvSpPr/>
          <p:nvPr/>
        </p:nvSpPr>
        <p:spPr>
          <a:xfrm>
            <a:off x="413156" y="290531"/>
            <a:ext cx="1878328" cy="925076"/>
          </a:xfrm>
          <a:custGeom>
            <a:avLst/>
            <a:gdLst/>
            <a:ahLst/>
            <a:cxnLst/>
            <a:rect l="l" t="t" r="r" b="b"/>
            <a:pathLst>
              <a:path w="1878328" h="925076">
                <a:moveTo>
                  <a:pt x="0" y="0"/>
                </a:moveTo>
                <a:lnTo>
                  <a:pt x="1878328" y="0"/>
                </a:lnTo>
                <a:lnTo>
                  <a:pt x="1878328" y="925076"/>
                </a:lnTo>
                <a:lnTo>
                  <a:pt x="0" y="92507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2" name="Freeform 172"/>
          <p:cNvSpPr/>
          <p:nvPr/>
        </p:nvSpPr>
        <p:spPr>
          <a:xfrm>
            <a:off x="6322352" y="1989831"/>
            <a:ext cx="5906102" cy="3792733"/>
          </a:xfrm>
          <a:custGeom>
            <a:avLst/>
            <a:gdLst/>
            <a:ahLst/>
            <a:cxnLst/>
            <a:rect l="l" t="t" r="r" b="b"/>
            <a:pathLst>
              <a:path w="1555516" h="998909">
                <a:moveTo>
                  <a:pt x="34082" y="0"/>
                </a:moveTo>
                <a:lnTo>
                  <a:pt x="1521435" y="0"/>
                </a:lnTo>
                <a:cubicBezTo>
                  <a:pt x="1530474" y="0"/>
                  <a:pt x="1539143" y="3591"/>
                  <a:pt x="1545534" y="9982"/>
                </a:cubicBezTo>
                <a:cubicBezTo>
                  <a:pt x="1551926" y="16374"/>
                  <a:pt x="1555516" y="25043"/>
                  <a:pt x="1555516" y="34082"/>
                </a:cubicBezTo>
                <a:lnTo>
                  <a:pt x="1555516" y="964827"/>
                </a:lnTo>
                <a:cubicBezTo>
                  <a:pt x="1555516" y="973866"/>
                  <a:pt x="1551926" y="982535"/>
                  <a:pt x="1545534" y="988927"/>
                </a:cubicBezTo>
                <a:cubicBezTo>
                  <a:pt x="1539143" y="995318"/>
                  <a:pt x="1530474" y="998909"/>
                  <a:pt x="1521435" y="998909"/>
                </a:cubicBezTo>
                <a:lnTo>
                  <a:pt x="34082" y="998909"/>
                </a:lnTo>
                <a:cubicBezTo>
                  <a:pt x="15259" y="998909"/>
                  <a:pt x="0" y="983650"/>
                  <a:pt x="0" y="964827"/>
                </a:cubicBezTo>
                <a:lnTo>
                  <a:pt x="0" y="34082"/>
                </a:lnTo>
                <a:cubicBezTo>
                  <a:pt x="0" y="25043"/>
                  <a:pt x="3591" y="16374"/>
                  <a:pt x="9982" y="9982"/>
                </a:cubicBezTo>
                <a:cubicBezTo>
                  <a:pt x="16374" y="3591"/>
                  <a:pt x="25043" y="0"/>
                  <a:pt x="3408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74" name="Group 174"/>
          <p:cNvGrpSpPr/>
          <p:nvPr/>
        </p:nvGrpSpPr>
        <p:grpSpPr>
          <a:xfrm>
            <a:off x="6553977" y="5115909"/>
            <a:ext cx="5442852" cy="494738"/>
            <a:chOff x="0" y="0"/>
            <a:chExt cx="7257136" cy="659651"/>
          </a:xfrm>
          <a:solidFill>
            <a:srgbClr val="C9CACA"/>
          </a:solidFill>
        </p:grpSpPr>
        <p:sp>
          <p:nvSpPr>
            <p:cNvPr id="175" name="Freeform 175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6" name="Group 176"/>
          <p:cNvGrpSpPr/>
          <p:nvPr/>
        </p:nvGrpSpPr>
        <p:grpSpPr>
          <a:xfrm>
            <a:off x="6553977" y="4547752"/>
            <a:ext cx="5442852" cy="494738"/>
            <a:chOff x="0" y="0"/>
            <a:chExt cx="7257136" cy="659651"/>
          </a:xfrm>
          <a:solidFill>
            <a:srgbClr val="C9CACA"/>
          </a:solidFill>
        </p:grpSpPr>
        <p:sp>
          <p:nvSpPr>
            <p:cNvPr id="177" name="Freeform 177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8" name="Group 178"/>
          <p:cNvGrpSpPr/>
          <p:nvPr/>
        </p:nvGrpSpPr>
        <p:grpSpPr>
          <a:xfrm>
            <a:off x="6553977" y="3973119"/>
            <a:ext cx="5442852" cy="494738"/>
            <a:chOff x="0" y="0"/>
            <a:chExt cx="7257136" cy="659651"/>
          </a:xfrm>
          <a:solidFill>
            <a:srgbClr val="C9CACA"/>
          </a:solidFill>
        </p:grpSpPr>
        <p:sp>
          <p:nvSpPr>
            <p:cNvPr id="179" name="Freeform 179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0" name="Group 180"/>
          <p:cNvGrpSpPr/>
          <p:nvPr/>
        </p:nvGrpSpPr>
        <p:grpSpPr>
          <a:xfrm>
            <a:off x="6614530" y="2457043"/>
            <a:ext cx="5442852" cy="1204684"/>
            <a:chOff x="0" y="0"/>
            <a:chExt cx="7257136" cy="1606245"/>
          </a:xfrm>
          <a:solidFill>
            <a:srgbClr val="032452"/>
          </a:solidFill>
        </p:grpSpPr>
        <p:sp>
          <p:nvSpPr>
            <p:cNvPr id="181" name="Freeform 181"/>
            <p:cNvSpPr/>
            <p:nvPr/>
          </p:nvSpPr>
          <p:spPr>
            <a:xfrm>
              <a:off x="0" y="0"/>
              <a:ext cx="7257161" cy="1606296"/>
            </a:xfrm>
            <a:custGeom>
              <a:avLst/>
              <a:gdLst/>
              <a:ahLst/>
              <a:cxnLst/>
              <a:rect l="l" t="t" r="r" b="b"/>
              <a:pathLst>
                <a:path w="7257161" h="1606296">
                  <a:moveTo>
                    <a:pt x="0" y="267716"/>
                  </a:moveTo>
                  <a:cubicBezTo>
                    <a:pt x="0" y="119888"/>
                    <a:pt x="119888" y="0"/>
                    <a:pt x="267716" y="0"/>
                  </a:cubicBezTo>
                  <a:lnTo>
                    <a:pt x="6989445" y="0"/>
                  </a:lnTo>
                  <a:cubicBezTo>
                    <a:pt x="7137273" y="0"/>
                    <a:pt x="7257161" y="119888"/>
                    <a:pt x="7257161" y="267716"/>
                  </a:cubicBezTo>
                  <a:lnTo>
                    <a:pt x="7257161" y="1338580"/>
                  </a:lnTo>
                  <a:cubicBezTo>
                    <a:pt x="7257161" y="1486408"/>
                    <a:pt x="7137273" y="1606296"/>
                    <a:pt x="6989445" y="1606296"/>
                  </a:cubicBezTo>
                  <a:lnTo>
                    <a:pt x="267716" y="1606296"/>
                  </a:lnTo>
                  <a:cubicBezTo>
                    <a:pt x="119888" y="1606296"/>
                    <a:pt x="0" y="1486408"/>
                    <a:pt x="0" y="133858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2" name="Group 182"/>
          <p:cNvGrpSpPr/>
          <p:nvPr/>
        </p:nvGrpSpPr>
        <p:grpSpPr>
          <a:xfrm>
            <a:off x="6654866" y="4026087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183" name="Freeform 183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4"/>
          <p:cNvGrpSpPr/>
          <p:nvPr/>
        </p:nvGrpSpPr>
        <p:grpSpPr>
          <a:xfrm>
            <a:off x="6654866" y="4595163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185" name="Freeform 185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6" name="Group 186"/>
          <p:cNvGrpSpPr/>
          <p:nvPr/>
        </p:nvGrpSpPr>
        <p:grpSpPr>
          <a:xfrm>
            <a:off x="6656090" y="5166315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187" name="Freeform 187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8" name="Freeform 188"/>
          <p:cNvSpPr/>
          <p:nvPr/>
        </p:nvSpPr>
        <p:spPr>
          <a:xfrm>
            <a:off x="6553977" y="2050810"/>
            <a:ext cx="2003723" cy="2001218"/>
          </a:xfrm>
          <a:custGeom>
            <a:avLst/>
            <a:gdLst/>
            <a:ahLst/>
            <a:cxnLst/>
            <a:rect l="l" t="t" r="r" b="b"/>
            <a:pathLst>
              <a:path w="2003723" h="2001218">
                <a:moveTo>
                  <a:pt x="0" y="0"/>
                </a:moveTo>
                <a:lnTo>
                  <a:pt x="2003723" y="0"/>
                </a:lnTo>
                <a:lnTo>
                  <a:pt x="2003723" y="2001219"/>
                </a:lnTo>
                <a:lnTo>
                  <a:pt x="0" y="200121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9" name="TextBox 189"/>
          <p:cNvSpPr txBox="1"/>
          <p:nvPr/>
        </p:nvSpPr>
        <p:spPr>
          <a:xfrm>
            <a:off x="8685751" y="2557580"/>
            <a:ext cx="3363211" cy="1460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48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total_jenis_asn</a:t>
            </a:r>
            <a:r>
              <a:rPr lang="en-US" sz="48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0" name="TextBox 190"/>
          <p:cNvSpPr txBox="1"/>
          <p:nvPr/>
        </p:nvSpPr>
        <p:spPr>
          <a:xfrm>
            <a:off x="8839200" y="3268269"/>
            <a:ext cx="3046231" cy="2291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lang="en-US" sz="1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Jumlah</a:t>
            </a:r>
            <a:r>
              <a:rPr lang="en-US" sz="14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ASN Per {</a:t>
            </a:r>
            <a:r>
              <a:rPr lang="en-US" sz="1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tanggal_data</a:t>
            </a:r>
            <a:r>
              <a:rPr lang="en-US" sz="14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191" name="TextBox 191"/>
          <p:cNvSpPr txBox="1"/>
          <p:nvPr/>
        </p:nvSpPr>
        <p:spPr>
          <a:xfrm>
            <a:off x="10421863" y="4063325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2" name="TextBox 192"/>
          <p:cNvSpPr txBox="1"/>
          <p:nvPr/>
        </p:nvSpPr>
        <p:spPr>
          <a:xfrm>
            <a:off x="10421863" y="4613622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count_pppk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3" name="TextBox 193"/>
          <p:cNvSpPr txBox="1"/>
          <p:nvPr/>
        </p:nvSpPr>
        <p:spPr>
          <a:xfrm>
            <a:off x="10421863" y="5202307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4" name="TextBox 194"/>
          <p:cNvSpPr txBox="1"/>
          <p:nvPr/>
        </p:nvSpPr>
        <p:spPr>
          <a:xfrm>
            <a:off x="8913955" y="4052029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persentase_vis_pns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5" name="TextBox 195"/>
          <p:cNvSpPr txBox="1"/>
          <p:nvPr/>
        </p:nvSpPr>
        <p:spPr>
          <a:xfrm>
            <a:off x="8913955" y="4619295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persentase_vis_pppk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8913955" y="5179508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persentase_vis_pw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7" name="TextBox 197"/>
          <p:cNvSpPr txBox="1"/>
          <p:nvPr/>
        </p:nvSpPr>
        <p:spPr>
          <a:xfrm>
            <a:off x="6826388" y="4086895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198" name="TextBox 198"/>
          <p:cNvSpPr txBox="1"/>
          <p:nvPr/>
        </p:nvSpPr>
        <p:spPr>
          <a:xfrm>
            <a:off x="6826388" y="4651841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6826388" y="5227123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01" name="Freeform 201"/>
          <p:cNvSpPr/>
          <p:nvPr/>
        </p:nvSpPr>
        <p:spPr>
          <a:xfrm>
            <a:off x="211830" y="6032971"/>
            <a:ext cx="5896562" cy="3779849"/>
          </a:xfrm>
          <a:custGeom>
            <a:avLst/>
            <a:gdLst/>
            <a:ahLst/>
            <a:cxnLst/>
            <a:rect l="l" t="t" r="r" b="b"/>
            <a:pathLst>
              <a:path w="1555516" h="997126">
                <a:moveTo>
                  <a:pt x="34137" y="0"/>
                </a:moveTo>
                <a:lnTo>
                  <a:pt x="1521380" y="0"/>
                </a:lnTo>
                <a:cubicBezTo>
                  <a:pt x="1540233" y="0"/>
                  <a:pt x="1555516" y="15284"/>
                  <a:pt x="1555516" y="34137"/>
                </a:cubicBezTo>
                <a:lnTo>
                  <a:pt x="1555516" y="962990"/>
                </a:lnTo>
                <a:cubicBezTo>
                  <a:pt x="1555516" y="981843"/>
                  <a:pt x="1540233" y="997126"/>
                  <a:pt x="1521380" y="997126"/>
                </a:cubicBezTo>
                <a:lnTo>
                  <a:pt x="34137" y="997126"/>
                </a:lnTo>
                <a:cubicBezTo>
                  <a:pt x="15284" y="997126"/>
                  <a:pt x="0" y="981843"/>
                  <a:pt x="0" y="962990"/>
                </a:cubicBezTo>
                <a:lnTo>
                  <a:pt x="0" y="34137"/>
                </a:lnTo>
                <a:cubicBezTo>
                  <a:pt x="0" y="15284"/>
                  <a:pt x="15284" y="0"/>
                  <a:pt x="34137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03" name="Group 203"/>
          <p:cNvGrpSpPr/>
          <p:nvPr/>
        </p:nvGrpSpPr>
        <p:grpSpPr>
          <a:xfrm>
            <a:off x="533655" y="6241900"/>
            <a:ext cx="5252911" cy="408913"/>
            <a:chOff x="0" y="0"/>
            <a:chExt cx="7874796" cy="613014"/>
          </a:xfrm>
          <a:solidFill>
            <a:srgbClr val="609DEE"/>
          </a:solidFill>
        </p:grpSpPr>
        <p:sp>
          <p:nvSpPr>
            <p:cNvPr id="204" name="Freeform 204"/>
            <p:cNvSpPr/>
            <p:nvPr/>
          </p:nvSpPr>
          <p:spPr>
            <a:xfrm>
              <a:off x="0" y="0"/>
              <a:ext cx="7874821" cy="613065"/>
            </a:xfrm>
            <a:custGeom>
              <a:avLst/>
              <a:gdLst/>
              <a:ahLst/>
              <a:cxnLst/>
              <a:rect l="l" t="t" r="r" b="b"/>
              <a:pathLst>
                <a:path w="7874821" h="613065">
                  <a:moveTo>
                    <a:pt x="0" y="102172"/>
                  </a:moveTo>
                  <a:cubicBezTo>
                    <a:pt x="0" y="45755"/>
                    <a:pt x="130092" y="0"/>
                    <a:pt x="290502" y="0"/>
                  </a:cubicBezTo>
                  <a:lnTo>
                    <a:pt x="7584322" y="0"/>
                  </a:lnTo>
                  <a:cubicBezTo>
                    <a:pt x="7744732" y="0"/>
                    <a:pt x="7874821" y="45755"/>
                    <a:pt x="7874821" y="102172"/>
                  </a:cubicBezTo>
                  <a:lnTo>
                    <a:pt x="7874821" y="510861"/>
                  </a:lnTo>
                  <a:cubicBezTo>
                    <a:pt x="7874821" y="567279"/>
                    <a:pt x="7744732" y="613065"/>
                    <a:pt x="7584322" y="613065"/>
                  </a:cubicBezTo>
                  <a:lnTo>
                    <a:pt x="290502" y="613065"/>
                  </a:lnTo>
                  <a:cubicBezTo>
                    <a:pt x="130092" y="613065"/>
                    <a:pt x="0" y="567279"/>
                    <a:pt x="0" y="510861"/>
                  </a:cubicBezTo>
                  <a:lnTo>
                    <a:pt x="0" y="102172"/>
                  </a:ln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6" name="TextBox 206"/>
          <p:cNvSpPr txBox="1"/>
          <p:nvPr/>
        </p:nvSpPr>
        <p:spPr>
          <a:xfrm>
            <a:off x="1153991" y="6232375"/>
            <a:ext cx="4024035" cy="41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34"/>
              </a:lnSpc>
            </a:pPr>
            <a:r>
              <a:rPr lang="en-US" sz="2695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TINGKAT PENDIDIKAN</a:t>
            </a:r>
          </a:p>
        </p:txBody>
      </p:sp>
      <p:sp>
        <p:nvSpPr>
          <p:cNvPr id="224" name="TextBox 224"/>
          <p:cNvSpPr txBox="1"/>
          <p:nvPr/>
        </p:nvSpPr>
        <p:spPr>
          <a:xfrm>
            <a:off x="7239000" y="1397048"/>
            <a:ext cx="3733800" cy="314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 per {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tanggal_data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25" name="TextBox 225"/>
          <p:cNvSpPr txBox="1"/>
          <p:nvPr/>
        </p:nvSpPr>
        <p:spPr>
          <a:xfrm>
            <a:off x="16305366" y="7439608"/>
            <a:ext cx="915834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count_pelaksana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2704639" y="425032"/>
            <a:ext cx="12787435" cy="790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STATISTIK APARATUR SIPIL NEGARA</a:t>
            </a:r>
          </a:p>
          <a:p>
            <a:pPr algn="ctr">
              <a:lnSpc>
                <a:spcPts val="3120"/>
              </a:lnSpc>
            </a:pPr>
            <a:r>
              <a:rPr lang="en-US" sz="26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{instansi_1}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10470550" y="6232430"/>
            <a:ext cx="3363211" cy="41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JABATAN ASN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6682703" y="6923700"/>
            <a:ext cx="182225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STRUKTURAL</a:t>
            </a:r>
          </a:p>
        </p:txBody>
      </p:sp>
      <p:sp>
        <p:nvSpPr>
          <p:cNvPr id="229" name="TextBox 229"/>
          <p:cNvSpPr txBox="1"/>
          <p:nvPr/>
        </p:nvSpPr>
        <p:spPr>
          <a:xfrm>
            <a:off x="7364803" y="7235316"/>
            <a:ext cx="341756" cy="2077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persentase_vis_struktural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0" name="TextBox 230"/>
          <p:cNvSpPr txBox="1"/>
          <p:nvPr/>
        </p:nvSpPr>
        <p:spPr>
          <a:xfrm>
            <a:off x="7162800" y="7439608"/>
            <a:ext cx="757341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count_struktural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1" name="TextBox 231"/>
          <p:cNvSpPr txBox="1"/>
          <p:nvPr/>
        </p:nvSpPr>
        <p:spPr>
          <a:xfrm>
            <a:off x="8875742" y="6927755"/>
            <a:ext cx="1333798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DOSEN</a:t>
            </a:r>
          </a:p>
        </p:txBody>
      </p:sp>
      <p:sp>
        <p:nvSpPr>
          <p:cNvPr id="232" name="TextBox 232"/>
          <p:cNvSpPr txBox="1"/>
          <p:nvPr/>
        </p:nvSpPr>
        <p:spPr>
          <a:xfrm>
            <a:off x="10714749" y="6923700"/>
            <a:ext cx="117068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GURU</a:t>
            </a:r>
          </a:p>
        </p:txBody>
      </p:sp>
      <p:sp>
        <p:nvSpPr>
          <p:cNvPr id="233" name="TextBox 233"/>
          <p:cNvSpPr txBox="1"/>
          <p:nvPr/>
        </p:nvSpPr>
        <p:spPr>
          <a:xfrm>
            <a:off x="11105348" y="7227953"/>
            <a:ext cx="400217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1500" b="1" u="none" strike="noStrike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u="none" strike="noStrike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persentase_vis_guru</a:t>
            </a:r>
            <a:r>
              <a:rPr lang="en-US" sz="1500" b="1" u="none" strike="noStrike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10864469" y="7439608"/>
            <a:ext cx="917089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1500" b="1" u="none" strike="noStrike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u="none" strike="noStrike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count_guru</a:t>
            </a:r>
            <a:r>
              <a:rPr lang="en-US" sz="1500" b="1" u="none" strike="noStrike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5" name="TextBox 235"/>
          <p:cNvSpPr txBox="1"/>
          <p:nvPr/>
        </p:nvSpPr>
        <p:spPr>
          <a:xfrm>
            <a:off x="12370363" y="6927755"/>
            <a:ext cx="1318915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NAKES</a:t>
            </a:r>
          </a:p>
        </p:txBody>
      </p:sp>
      <p:sp>
        <p:nvSpPr>
          <p:cNvPr id="236" name="TextBox 236"/>
          <p:cNvSpPr txBox="1"/>
          <p:nvPr/>
        </p:nvSpPr>
        <p:spPr>
          <a:xfrm>
            <a:off x="12831457" y="7235316"/>
            <a:ext cx="400217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persentase_vis_kesehatan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7" name="TextBox 237"/>
          <p:cNvSpPr txBox="1"/>
          <p:nvPr/>
        </p:nvSpPr>
        <p:spPr>
          <a:xfrm>
            <a:off x="12672211" y="7439608"/>
            <a:ext cx="738989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count_kesehatan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8" name="TextBox 238"/>
          <p:cNvSpPr txBox="1"/>
          <p:nvPr/>
        </p:nvSpPr>
        <p:spPr>
          <a:xfrm>
            <a:off x="14085737" y="6927755"/>
            <a:ext cx="1382345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TEKNIS</a:t>
            </a:r>
          </a:p>
        </p:txBody>
      </p:sp>
      <p:sp>
        <p:nvSpPr>
          <p:cNvPr id="239" name="TextBox 239"/>
          <p:cNvSpPr txBox="1"/>
          <p:nvPr/>
        </p:nvSpPr>
        <p:spPr>
          <a:xfrm>
            <a:off x="14572703" y="7235316"/>
            <a:ext cx="400217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persentase_vis_teknis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40" name="TextBox 240"/>
          <p:cNvSpPr txBox="1"/>
          <p:nvPr/>
        </p:nvSpPr>
        <p:spPr>
          <a:xfrm>
            <a:off x="14413457" y="7439608"/>
            <a:ext cx="720171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count_teknis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41" name="TextBox 241"/>
          <p:cNvSpPr txBox="1"/>
          <p:nvPr/>
        </p:nvSpPr>
        <p:spPr>
          <a:xfrm>
            <a:off x="15925687" y="6923700"/>
            <a:ext cx="165958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PELAKSANA</a:t>
            </a:r>
          </a:p>
        </p:txBody>
      </p:sp>
      <p:sp>
        <p:nvSpPr>
          <p:cNvPr id="242" name="TextBox 242"/>
          <p:cNvSpPr txBox="1"/>
          <p:nvPr/>
        </p:nvSpPr>
        <p:spPr>
          <a:xfrm>
            <a:off x="16550003" y="7227953"/>
            <a:ext cx="400217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persentase_vis_pelaksana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6613260" y="7790897"/>
            <a:ext cx="978694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UTAMA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6613260" y="8011414"/>
            <a:ext cx="104917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JPT UTAMA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6613260" y="8231741"/>
            <a:ext cx="982345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MADYA</a:t>
            </a:r>
          </a:p>
        </p:txBody>
      </p:sp>
      <p:sp>
        <p:nvSpPr>
          <p:cNvPr id="246" name="TextBox 246"/>
          <p:cNvSpPr txBox="1"/>
          <p:nvPr/>
        </p:nvSpPr>
        <p:spPr>
          <a:xfrm>
            <a:off x="6613260" y="8452067"/>
            <a:ext cx="1052830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JPT MADYA</a:t>
            </a:r>
          </a:p>
        </p:txBody>
      </p:sp>
      <p:sp>
        <p:nvSpPr>
          <p:cNvPr id="247" name="TextBox 247"/>
          <p:cNvSpPr txBox="1"/>
          <p:nvPr/>
        </p:nvSpPr>
        <p:spPr>
          <a:xfrm>
            <a:off x="6613260" y="8672393"/>
            <a:ext cx="1133773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PRATAMA</a:t>
            </a:r>
          </a:p>
        </p:txBody>
      </p:sp>
      <p:sp>
        <p:nvSpPr>
          <p:cNvPr id="248" name="TextBox 248"/>
          <p:cNvSpPr txBox="1"/>
          <p:nvPr/>
        </p:nvSpPr>
        <p:spPr>
          <a:xfrm>
            <a:off x="6613260" y="8892719"/>
            <a:ext cx="106188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ADMINISTRATOR</a:t>
            </a:r>
          </a:p>
        </p:txBody>
      </p:sp>
      <p:sp>
        <p:nvSpPr>
          <p:cNvPr id="249" name="TextBox 249"/>
          <p:cNvSpPr txBox="1"/>
          <p:nvPr/>
        </p:nvSpPr>
        <p:spPr>
          <a:xfrm>
            <a:off x="6613260" y="9113045"/>
            <a:ext cx="71392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PENGAWAS</a:t>
            </a:r>
          </a:p>
        </p:txBody>
      </p:sp>
      <p:sp>
        <p:nvSpPr>
          <p:cNvPr id="250" name="TextBox 250"/>
          <p:cNvSpPr txBox="1"/>
          <p:nvPr/>
        </p:nvSpPr>
        <p:spPr>
          <a:xfrm>
            <a:off x="6613260" y="9333372"/>
            <a:ext cx="625740" cy="1485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ESELON V</a:t>
            </a:r>
          </a:p>
        </p:txBody>
      </p:sp>
      <p:sp>
        <p:nvSpPr>
          <p:cNvPr id="251" name="TextBox 251"/>
          <p:cNvSpPr txBox="1"/>
          <p:nvPr/>
        </p:nvSpPr>
        <p:spPr>
          <a:xfrm>
            <a:off x="8423004" y="7790897"/>
            <a:ext cx="72628" cy="18412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2" name="TextBox 252"/>
          <p:cNvSpPr txBox="1"/>
          <p:nvPr/>
        </p:nvSpPr>
        <p:spPr>
          <a:xfrm>
            <a:off x="8423004" y="8011319"/>
            <a:ext cx="72628" cy="199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count_pjptu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3" name="TextBox 253"/>
          <p:cNvSpPr txBox="1"/>
          <p:nvPr/>
        </p:nvSpPr>
        <p:spPr>
          <a:xfrm>
            <a:off x="8229600" y="8231741"/>
            <a:ext cx="266032" cy="610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count_jptm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4" name="TextBox 254"/>
          <p:cNvSpPr txBox="1"/>
          <p:nvPr/>
        </p:nvSpPr>
        <p:spPr>
          <a:xfrm>
            <a:off x="8305800" y="8452067"/>
            <a:ext cx="189832" cy="917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count_pjptm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5" name="TextBox 255"/>
          <p:cNvSpPr txBox="1"/>
          <p:nvPr/>
        </p:nvSpPr>
        <p:spPr>
          <a:xfrm>
            <a:off x="8083600" y="8672393"/>
            <a:ext cx="4120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count_jptp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6" name="TextBox 256"/>
          <p:cNvSpPr txBox="1"/>
          <p:nvPr/>
        </p:nvSpPr>
        <p:spPr>
          <a:xfrm>
            <a:off x="8077200" y="8892719"/>
            <a:ext cx="418433" cy="610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count_administrator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7" name="TextBox 257"/>
          <p:cNvSpPr txBox="1"/>
          <p:nvPr/>
        </p:nvSpPr>
        <p:spPr>
          <a:xfrm>
            <a:off x="8001000" y="9117182"/>
            <a:ext cx="4946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count_pengawas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8" name="TextBox 258"/>
          <p:cNvSpPr txBox="1"/>
          <p:nvPr/>
        </p:nvSpPr>
        <p:spPr>
          <a:xfrm>
            <a:off x="9160538" y="7439608"/>
            <a:ext cx="745462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count_dosen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9" name="TextBox 259"/>
          <p:cNvSpPr txBox="1"/>
          <p:nvPr/>
        </p:nvSpPr>
        <p:spPr>
          <a:xfrm>
            <a:off x="9374121" y="7235316"/>
            <a:ext cx="297832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persentase_vis_dosen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0" name="TextBox 260"/>
          <p:cNvSpPr txBox="1"/>
          <p:nvPr/>
        </p:nvSpPr>
        <p:spPr>
          <a:xfrm>
            <a:off x="8077200" y="9333372"/>
            <a:ext cx="4184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count_eselon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1" name="TextBox 261"/>
          <p:cNvSpPr txBox="1"/>
          <p:nvPr/>
        </p:nvSpPr>
        <p:spPr>
          <a:xfrm>
            <a:off x="10606472" y="7790992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62" name="TextBox 262"/>
          <p:cNvSpPr txBox="1"/>
          <p:nvPr/>
        </p:nvSpPr>
        <p:spPr>
          <a:xfrm>
            <a:off x="10606472" y="799923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63" name="TextBox 263"/>
          <p:cNvSpPr txBox="1"/>
          <p:nvPr/>
        </p:nvSpPr>
        <p:spPr>
          <a:xfrm>
            <a:off x="10606472" y="8249444"/>
            <a:ext cx="908797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"/>
              </a:lnSpc>
            </a:pPr>
            <a:r>
              <a:rPr lang="en-US" sz="7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64" name="TextBox 264"/>
          <p:cNvSpPr txBox="1"/>
          <p:nvPr/>
        </p:nvSpPr>
        <p:spPr>
          <a:xfrm>
            <a:off x="11430000" y="7790050"/>
            <a:ext cx="589893" cy="302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count_pns_guru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5" name="TextBox 265"/>
          <p:cNvSpPr txBox="1"/>
          <p:nvPr/>
        </p:nvSpPr>
        <p:spPr>
          <a:xfrm>
            <a:off x="11506200" y="8011319"/>
            <a:ext cx="51369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{count_p3k_guru}</a:t>
            </a:r>
          </a:p>
        </p:txBody>
      </p:sp>
      <p:sp>
        <p:nvSpPr>
          <p:cNvPr id="266" name="TextBox 266"/>
          <p:cNvSpPr txBox="1"/>
          <p:nvPr/>
        </p:nvSpPr>
        <p:spPr>
          <a:xfrm>
            <a:off x="11506200" y="8229865"/>
            <a:ext cx="51369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count_pw_guru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7" name="TextBox 267"/>
          <p:cNvSpPr txBox="1"/>
          <p:nvPr/>
        </p:nvSpPr>
        <p:spPr>
          <a:xfrm>
            <a:off x="8861508" y="7790992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68" name="TextBox 268"/>
          <p:cNvSpPr txBox="1"/>
          <p:nvPr/>
        </p:nvSpPr>
        <p:spPr>
          <a:xfrm>
            <a:off x="9753600" y="7788770"/>
            <a:ext cx="48679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count_pns_dosen</a:t>
            </a: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9" name="TextBox 269"/>
          <p:cNvSpPr txBox="1"/>
          <p:nvPr/>
        </p:nvSpPr>
        <p:spPr>
          <a:xfrm>
            <a:off x="14063058" y="7790050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70" name="TextBox 270"/>
          <p:cNvSpPr txBox="1"/>
          <p:nvPr/>
        </p:nvSpPr>
        <p:spPr>
          <a:xfrm>
            <a:off x="14063058" y="799923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71" name="TextBox 271"/>
          <p:cNvSpPr txBox="1"/>
          <p:nvPr/>
        </p:nvSpPr>
        <p:spPr>
          <a:xfrm>
            <a:off x="14972920" y="7783023"/>
            <a:ext cx="475995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count_pns_teknis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72" name="TextBox 272"/>
          <p:cNvSpPr txBox="1"/>
          <p:nvPr/>
        </p:nvSpPr>
        <p:spPr>
          <a:xfrm>
            <a:off x="14972920" y="7999231"/>
            <a:ext cx="4762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{count_p3k_teknis}</a:t>
            </a:r>
          </a:p>
        </p:txBody>
      </p:sp>
      <p:sp>
        <p:nvSpPr>
          <p:cNvPr id="273" name="TextBox 273"/>
          <p:cNvSpPr txBox="1"/>
          <p:nvPr/>
        </p:nvSpPr>
        <p:spPr>
          <a:xfrm>
            <a:off x="8859895" y="8000787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74" name="TextBox 274"/>
          <p:cNvSpPr txBox="1"/>
          <p:nvPr/>
        </p:nvSpPr>
        <p:spPr>
          <a:xfrm>
            <a:off x="9906000" y="8010377"/>
            <a:ext cx="334391" cy="7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{count_p3k_dosen}</a:t>
            </a:r>
          </a:p>
        </p:txBody>
      </p:sp>
      <p:sp>
        <p:nvSpPr>
          <p:cNvPr id="275" name="TextBox 275"/>
          <p:cNvSpPr txBox="1"/>
          <p:nvPr/>
        </p:nvSpPr>
        <p:spPr>
          <a:xfrm>
            <a:off x="8849468" y="8239701"/>
            <a:ext cx="908797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"/>
              </a:lnSpc>
              <a:spcBef>
                <a:spcPct val="0"/>
              </a:spcBef>
            </a:pPr>
            <a:r>
              <a:rPr lang="en-US" sz="700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76" name="TextBox 276"/>
          <p:cNvSpPr txBox="1"/>
          <p:nvPr/>
        </p:nvSpPr>
        <p:spPr>
          <a:xfrm>
            <a:off x="9982200" y="8220122"/>
            <a:ext cx="258190" cy="917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count_pw_dosen</a:t>
            </a: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77" name="TextBox 277"/>
          <p:cNvSpPr txBox="1"/>
          <p:nvPr/>
        </p:nvSpPr>
        <p:spPr>
          <a:xfrm>
            <a:off x="12321690" y="7782795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78" name="TextBox 278"/>
          <p:cNvSpPr txBox="1"/>
          <p:nvPr/>
        </p:nvSpPr>
        <p:spPr>
          <a:xfrm>
            <a:off x="13258800" y="7790050"/>
            <a:ext cx="47765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count_pns_nakes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79" name="TextBox 279"/>
          <p:cNvSpPr txBox="1"/>
          <p:nvPr/>
        </p:nvSpPr>
        <p:spPr>
          <a:xfrm>
            <a:off x="12321690" y="800312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80" name="TextBox 280"/>
          <p:cNvSpPr txBox="1"/>
          <p:nvPr/>
        </p:nvSpPr>
        <p:spPr>
          <a:xfrm>
            <a:off x="13258800" y="8010377"/>
            <a:ext cx="47765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{count_p3k_nakes}</a:t>
            </a:r>
          </a:p>
        </p:txBody>
      </p:sp>
      <p:sp>
        <p:nvSpPr>
          <p:cNvPr id="281" name="TextBox 281"/>
          <p:cNvSpPr txBox="1"/>
          <p:nvPr/>
        </p:nvSpPr>
        <p:spPr>
          <a:xfrm>
            <a:off x="12321690" y="8251320"/>
            <a:ext cx="908818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"/>
              </a:lnSpc>
            </a:pPr>
            <a:r>
              <a:rPr lang="en-US" sz="7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82" name="TextBox 282"/>
          <p:cNvSpPr txBox="1"/>
          <p:nvPr/>
        </p:nvSpPr>
        <p:spPr>
          <a:xfrm>
            <a:off x="13258800" y="8229865"/>
            <a:ext cx="47765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count_pw_nakes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83" name="TextBox 283"/>
          <p:cNvSpPr txBox="1"/>
          <p:nvPr/>
        </p:nvSpPr>
        <p:spPr>
          <a:xfrm>
            <a:off x="15807039" y="7782795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84" name="TextBox 284"/>
          <p:cNvSpPr txBox="1"/>
          <p:nvPr/>
        </p:nvSpPr>
        <p:spPr>
          <a:xfrm>
            <a:off x="17145000" y="7785604"/>
            <a:ext cx="522569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count_pns_pelaksana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85" name="TextBox 285"/>
          <p:cNvSpPr txBox="1"/>
          <p:nvPr/>
        </p:nvSpPr>
        <p:spPr>
          <a:xfrm>
            <a:off x="15807039" y="7994924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86" name="TextBox 286"/>
          <p:cNvSpPr txBox="1"/>
          <p:nvPr/>
        </p:nvSpPr>
        <p:spPr>
          <a:xfrm>
            <a:off x="17145000" y="7991403"/>
            <a:ext cx="522569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{count_p3k_pelaksana}</a:t>
            </a:r>
          </a:p>
        </p:txBody>
      </p:sp>
      <p:sp>
        <p:nvSpPr>
          <p:cNvPr id="287" name="TextBox 287"/>
          <p:cNvSpPr txBox="1"/>
          <p:nvPr/>
        </p:nvSpPr>
        <p:spPr>
          <a:xfrm>
            <a:off x="15797126" y="8245062"/>
            <a:ext cx="1038652" cy="1185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"/>
              </a:lnSpc>
            </a:pPr>
            <a:r>
              <a:rPr lang="en-US" sz="7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88" name="TextBox 288"/>
          <p:cNvSpPr txBox="1"/>
          <p:nvPr/>
        </p:nvSpPr>
        <p:spPr>
          <a:xfrm>
            <a:off x="17145000" y="8226352"/>
            <a:ext cx="522569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count_pw_pelaksana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89" name="TextBox 289"/>
          <p:cNvSpPr txBox="1"/>
          <p:nvPr/>
        </p:nvSpPr>
        <p:spPr>
          <a:xfrm>
            <a:off x="430219" y="4386166"/>
            <a:ext cx="1266676" cy="3055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80"/>
              </a:lnSpc>
            </a:pP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3983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persentase_vis_pria</a:t>
            </a: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2001500" y="4345942"/>
            <a:ext cx="743186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PRIA</a:t>
            </a:r>
          </a:p>
        </p:txBody>
      </p:sp>
      <p:sp>
        <p:nvSpPr>
          <p:cNvPr id="292" name="TextBox 292"/>
          <p:cNvSpPr txBox="1"/>
          <p:nvPr/>
        </p:nvSpPr>
        <p:spPr>
          <a:xfrm>
            <a:off x="2001500" y="4731189"/>
            <a:ext cx="1312123" cy="604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count_pria</a:t>
            </a:r>
            <a:r>
              <a:rPr lang="en-US" sz="1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3" name="TextBox 293"/>
          <p:cNvSpPr txBox="1"/>
          <p:nvPr/>
        </p:nvSpPr>
        <p:spPr>
          <a:xfrm>
            <a:off x="4390909" y="2764096"/>
            <a:ext cx="1296394" cy="36713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780"/>
              </a:lnSpc>
            </a:pP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3983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persentase_vis_wanita</a:t>
            </a: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5" name="TextBox 295"/>
          <p:cNvSpPr txBox="1"/>
          <p:nvPr/>
        </p:nvSpPr>
        <p:spPr>
          <a:xfrm>
            <a:off x="2995309" y="2779285"/>
            <a:ext cx="1312123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WANITA</a:t>
            </a:r>
          </a:p>
        </p:txBody>
      </p:sp>
      <p:sp>
        <p:nvSpPr>
          <p:cNvPr id="296" name="TextBox 296"/>
          <p:cNvSpPr txBox="1"/>
          <p:nvPr/>
        </p:nvSpPr>
        <p:spPr>
          <a:xfrm>
            <a:off x="3025644" y="3175752"/>
            <a:ext cx="1596063" cy="604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98"/>
              </a:lnSpc>
            </a:pPr>
            <a:r>
              <a:rPr lang="en-US" sz="1998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98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count_wanita</a:t>
            </a:r>
            <a:r>
              <a:rPr lang="en-US" sz="1998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7" name="TextBox 297"/>
          <p:cNvSpPr txBox="1"/>
          <p:nvPr/>
        </p:nvSpPr>
        <p:spPr>
          <a:xfrm>
            <a:off x="243158" y="9875802"/>
            <a:ext cx="1966642" cy="228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 dirty="0" err="1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Sumber</a:t>
            </a: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: </a:t>
            </a:r>
            <a:r>
              <a:rPr lang="en-US" sz="1500" b="1" dirty="0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SIASN BKN</a:t>
            </a:r>
          </a:p>
        </p:txBody>
      </p:sp>
      <p:sp>
        <p:nvSpPr>
          <p:cNvPr id="298" name="TextBox 298"/>
          <p:cNvSpPr txBox="1"/>
          <p:nvPr/>
        </p:nvSpPr>
        <p:spPr>
          <a:xfrm>
            <a:off x="10878764" y="9885610"/>
            <a:ext cx="7161609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 </a:t>
            </a:r>
            <a:r>
              <a:rPr lang="en-US" sz="1500" b="1" dirty="0" err="1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Diolah</a:t>
            </a: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oleh </a:t>
            </a:r>
            <a:r>
              <a:rPr lang="en-US" sz="1500" b="1" dirty="0" err="1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Direktorat</a:t>
            </a:r>
            <a:r>
              <a:rPr lang="en-US" sz="1500" b="1" dirty="0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500" b="1" dirty="0" err="1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Pengelolaan</a:t>
            </a:r>
            <a:r>
              <a:rPr lang="en-US" sz="1500" b="1" dirty="0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Data dan </a:t>
            </a:r>
            <a:r>
              <a:rPr lang="en-US" sz="1500" b="1" dirty="0" err="1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Penyajian</a:t>
            </a:r>
            <a:r>
              <a:rPr lang="en-US" sz="1500" b="1" dirty="0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500" b="1" dirty="0" err="1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Informasi</a:t>
            </a:r>
            <a:r>
              <a:rPr lang="en-US" sz="1500" b="1" dirty="0">
                <a:solidFill>
                  <a:srgbClr val="03245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ASN</a:t>
            </a:r>
          </a:p>
        </p:txBody>
      </p:sp>
      <p:sp>
        <p:nvSpPr>
          <p:cNvPr id="216" name="TextBox 207">
            <a:extLst>
              <a:ext uri="{FF2B5EF4-FFF2-40B4-BE49-F238E27FC236}">
                <a16:creationId xmlns:a16="http://schemas.microsoft.com/office/drawing/2014/main" id="{D5AA7B2C-084B-BE5A-307F-6AFB9F86789A}"/>
              </a:ext>
            </a:extLst>
          </p:cNvPr>
          <p:cNvSpPr txBox="1"/>
          <p:nvPr/>
        </p:nvSpPr>
        <p:spPr>
          <a:xfrm>
            <a:off x="527789" y="9441315"/>
            <a:ext cx="964245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SD - SMA</a:t>
            </a:r>
          </a:p>
        </p:txBody>
      </p:sp>
      <p:sp>
        <p:nvSpPr>
          <p:cNvPr id="217" name="TextBox 208">
            <a:extLst>
              <a:ext uri="{FF2B5EF4-FFF2-40B4-BE49-F238E27FC236}">
                <a16:creationId xmlns:a16="http://schemas.microsoft.com/office/drawing/2014/main" id="{90B4EDE1-874C-7706-6F9E-19EBC84212A8}"/>
              </a:ext>
            </a:extLst>
          </p:cNvPr>
          <p:cNvSpPr txBox="1"/>
          <p:nvPr/>
        </p:nvSpPr>
        <p:spPr>
          <a:xfrm>
            <a:off x="1684748" y="9441315"/>
            <a:ext cx="886663" cy="225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 - DIII</a:t>
            </a:r>
          </a:p>
        </p:txBody>
      </p:sp>
      <p:sp>
        <p:nvSpPr>
          <p:cNvPr id="218" name="TextBox 209">
            <a:extLst>
              <a:ext uri="{FF2B5EF4-FFF2-40B4-BE49-F238E27FC236}">
                <a16:creationId xmlns:a16="http://schemas.microsoft.com/office/drawing/2014/main" id="{4EA28259-65C6-E7B8-4672-B3618A300E67}"/>
              </a:ext>
            </a:extLst>
          </p:cNvPr>
          <p:cNvSpPr txBox="1"/>
          <p:nvPr/>
        </p:nvSpPr>
        <p:spPr>
          <a:xfrm>
            <a:off x="2679563" y="9441315"/>
            <a:ext cx="978037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DIV/S1/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Profesi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19" name="TextBox 210">
            <a:extLst>
              <a:ext uri="{FF2B5EF4-FFF2-40B4-BE49-F238E27FC236}">
                <a16:creationId xmlns:a16="http://schemas.microsoft.com/office/drawing/2014/main" id="{D82D36AD-C1B9-DE9A-1DB0-979333037FBA}"/>
              </a:ext>
            </a:extLst>
          </p:cNvPr>
          <p:cNvSpPr txBox="1"/>
          <p:nvPr/>
        </p:nvSpPr>
        <p:spPr>
          <a:xfrm>
            <a:off x="3807046" y="9441315"/>
            <a:ext cx="876586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S2/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Spesialis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20" name="TextBox 211">
            <a:extLst>
              <a:ext uri="{FF2B5EF4-FFF2-40B4-BE49-F238E27FC236}">
                <a16:creationId xmlns:a16="http://schemas.microsoft.com/office/drawing/2014/main" id="{DCE97FB7-69A8-0D47-564C-1AC265E046EC}"/>
              </a:ext>
            </a:extLst>
          </p:cNvPr>
          <p:cNvSpPr txBox="1"/>
          <p:nvPr/>
        </p:nvSpPr>
        <p:spPr>
          <a:xfrm>
            <a:off x="4833078" y="9441315"/>
            <a:ext cx="993826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S3/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Subspesialis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" name="TextBox 297">
            <a:extLst>
              <a:ext uri="{FF2B5EF4-FFF2-40B4-BE49-F238E27FC236}">
                <a16:creationId xmlns:a16="http://schemas.microsoft.com/office/drawing/2014/main" id="{00309BEA-2BAB-95B8-7B8B-D7DCF1A08F53}"/>
              </a:ext>
            </a:extLst>
          </p:cNvPr>
          <p:cNvSpPr txBox="1"/>
          <p:nvPr/>
        </p:nvSpPr>
        <p:spPr>
          <a:xfrm>
            <a:off x="8015558" y="9891005"/>
            <a:ext cx="1966642" cy="228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E0E0E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-YN-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798E515-2DA3-30E6-3CFC-2CA6876F1CA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95144"/>
            <a:ext cx="1066800" cy="1690220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AE31387B-D470-F000-410A-37277B3E269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759" y="3662464"/>
            <a:ext cx="858226" cy="17262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457</Words>
  <Application>Microsoft Office PowerPoint</Application>
  <PresentationFormat>Custom</PresentationFormat>
  <Paragraphs>108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Open Sans Bold Italics</vt:lpstr>
      <vt:lpstr>Arial</vt:lpstr>
      <vt:lpstr>Arial Bold</vt:lpstr>
      <vt:lpstr>Calibri</vt:lpstr>
      <vt:lpstr>Open Sans</vt:lpstr>
      <vt:lpstr>Aptos</vt:lpstr>
      <vt:lpstr>Open Sans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Infografis Nasional</dc:title>
  <cp:lastModifiedBy>Yofadikara Nurrohman</cp:lastModifiedBy>
  <cp:revision>7</cp:revision>
  <dcterms:created xsi:type="dcterms:W3CDTF">2006-08-16T00:00:00Z</dcterms:created>
  <dcterms:modified xsi:type="dcterms:W3CDTF">2026-09-17T02:16:15Z</dcterms:modified>
  <dc:identifier>DAG9dfMjtYk</dc:identifier>
</cp:coreProperties>
</file>