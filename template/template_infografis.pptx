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5" r:id="rId1"/>
  </p:sldMasterIdLst>
  <p:notesMasterIdLst>
    <p:notesMasterId r:id="rId3"/>
  </p:notesMasterIdLst>
  <p:sldIdLst>
    <p:sldId id="260" r:id="rId2"/>
  </p:sldIdLst>
  <p:sldSz cx="9144000" cy="5143500" type="screen16x9"/>
  <p:notesSz cx="6858000" cy="9144000"/>
  <p:embeddedFontLst>
    <p:embeddedFont>
      <p:font typeface="Anton" pitchFamily="2" charset="0"/>
      <p:regular r:id="rId4"/>
    </p:embeddedFont>
    <p:embeddedFont>
      <p:font typeface="Barlow Condensed" panose="00000506000000000000" pitchFamily="2" charset="0"/>
      <p:regular r:id="rId5"/>
      <p:bold r:id="rId6"/>
      <p:italic r:id="rId7"/>
      <p:boldItalic r:id="rId8"/>
    </p:embeddedFont>
    <p:embeddedFont>
      <p:font typeface="League Spartan" panose="020B0604020202020204" charset="0"/>
      <p:regular r:id="rId9"/>
      <p:bold r:id="rId10"/>
    </p:embeddedFont>
    <p:embeddedFont>
      <p:font typeface="Montserrat" panose="00000500000000000000" pitchFamily="2" charset="0"/>
      <p:regular r:id="rId11"/>
      <p:bold r:id="rId12"/>
      <p:italic r:id="rId13"/>
      <p:boldItalic r:id="rId14"/>
    </p:embeddedFont>
    <p:embeddedFont>
      <p:font typeface="Montserrat SemiBold" panose="00000700000000000000" pitchFamily="2" charset="0"/>
      <p:bold r:id="rId15"/>
      <p:boldItalic r:id="rId16"/>
    </p:embeddedFont>
    <p:embeddedFont>
      <p:font typeface="Open Sans" panose="020B0606030504020204" pitchFamily="34" charset="0"/>
      <p:regular r:id="rId17"/>
      <p:bold r:id="rId18"/>
      <p:italic r:id="rId19"/>
      <p:boldItalic r:id="rId20"/>
    </p:embeddedFont>
    <p:embeddedFont>
      <p:font typeface="Poppins" panose="00000500000000000000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1457"/>
    <a:srgbClr val="193985"/>
    <a:srgbClr val="535E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460487B-A31E-4291-9FF1-7AE1C1612F53}">
  <a:tblStyle styleId="{2460487B-A31E-4291-9FF1-7AE1C1612F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43F93C65-BEC1-43AD-96CD-C93F1471F904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DFD"/>
          </a:solidFill>
        </a:fill>
      </a:tcStyle>
    </a:wholeTbl>
    <a:band1H>
      <a:tcTxStyle/>
      <a:tcStyle>
        <a:tcBdr/>
        <a:fill>
          <a:solidFill>
            <a:srgbClr val="CDD8F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8F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0F85656-D600-4719-A35F-AFD5DBD34002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DDC29A4-E0C2-472D-865B-C5B94ECA31F5}" styleName="Table_3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78" autoAdjust="0"/>
  </p:normalViewPr>
  <p:slideViewPr>
    <p:cSldViewPr snapToGrid="0">
      <p:cViewPr varScale="1">
        <p:scale>
          <a:sx n="102" d="100"/>
          <a:sy n="102" d="100"/>
        </p:scale>
        <p:origin x="898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font" Target="fonts/font15.fntdata"/><Relationship Id="rId26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21" Type="http://schemas.openxmlformats.org/officeDocument/2006/relationships/font" Target="fonts/font18.fntdata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font" Target="fonts/font14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3.fntdata"/><Relationship Id="rId20" Type="http://schemas.openxmlformats.org/officeDocument/2006/relationships/font" Target="fonts/font17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24" Type="http://schemas.openxmlformats.org/officeDocument/2006/relationships/font" Target="fonts/font21.fntdata"/><Relationship Id="rId5" Type="http://schemas.openxmlformats.org/officeDocument/2006/relationships/font" Target="fonts/font2.fntdata"/><Relationship Id="rId15" Type="http://schemas.openxmlformats.org/officeDocument/2006/relationships/font" Target="fonts/font12.fntdata"/><Relationship Id="rId23" Type="http://schemas.openxmlformats.org/officeDocument/2006/relationships/font" Target="fonts/font20.fntdata"/><Relationship Id="rId28" Type="http://schemas.openxmlformats.org/officeDocument/2006/relationships/tableStyles" Target="tableStyles.xml"/><Relationship Id="rId10" Type="http://schemas.openxmlformats.org/officeDocument/2006/relationships/font" Target="fonts/font7.fntdata"/><Relationship Id="rId19" Type="http://schemas.openxmlformats.org/officeDocument/2006/relationships/font" Target="fonts/font16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Relationship Id="rId22" Type="http://schemas.openxmlformats.org/officeDocument/2006/relationships/font" Target="fonts/font1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6a60eba39e_0_9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6a60eba39e_0_9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9%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27%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28%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26%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11%</a:t>
            </a:r>
            <a:r>
              <a:rPr lang="en-US" dirty="0"/>
              <a:t> 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Title and Content 1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853db3ffb9_2_5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0"/>
            </a:blip>
            <a:stretch>
              <a:fillRect t="-9245" b="-9236"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Google Shape;118;g3853db3ffb9_2_5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9" name="Google Shape;119;g3853db3ffb9_2_5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t" anchorCtr="0">
            <a:normAutofit/>
          </a:bodyPr>
          <a:lstStyle>
            <a:lvl1pPr marL="457200" lvl="0" indent="-2984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1pPr>
            <a:lvl2pPr marL="914400" lvl="1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2pPr>
            <a:lvl3pPr marL="137160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3pPr>
            <a:lvl4pPr marL="1828800" lvl="3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4pPr>
            <a:lvl5pPr marL="2286000" lvl="4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5pPr>
            <a:lvl6pPr marL="2743200" lvl="5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6pPr>
            <a:lvl7pPr marL="3200400" lvl="6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7pPr>
            <a:lvl8pPr marL="3657600" lvl="7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8pPr>
            <a:lvl9pPr marL="4114800" lvl="8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0" name="Google Shape;120;g3853db3ffb9_2_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US"/>
          </a:p>
        </p:txBody>
      </p:sp>
      <p:sp>
        <p:nvSpPr>
          <p:cNvPr id="121" name="Google Shape;121;g3853db3ffb9_2_5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US"/>
          </a:p>
        </p:txBody>
      </p:sp>
      <p:sp>
        <p:nvSpPr>
          <p:cNvPr id="122" name="Google Shape;122;g3853db3ffb9_2_5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  <p:grpSp>
        <p:nvGrpSpPr>
          <p:cNvPr id="123" name="Google Shape;123;g3853db3ffb9_2_56"/>
          <p:cNvGrpSpPr/>
          <p:nvPr/>
        </p:nvGrpSpPr>
        <p:grpSpPr>
          <a:xfrm>
            <a:off x="-908630" y="4588972"/>
            <a:ext cx="6070431" cy="1021735"/>
            <a:chOff x="0" y="-38100"/>
            <a:chExt cx="2641500" cy="444600"/>
          </a:xfrm>
        </p:grpSpPr>
        <p:sp>
          <p:nvSpPr>
            <p:cNvPr id="124" name="Google Shape;124;g3853db3ffb9_2_56"/>
            <p:cNvSpPr/>
            <p:nvPr/>
          </p:nvSpPr>
          <p:spPr>
            <a:xfrm>
              <a:off x="0" y="0"/>
              <a:ext cx="2641483" cy="406400"/>
            </a:xfrm>
            <a:custGeom>
              <a:avLst/>
              <a:gdLst/>
              <a:ahLst/>
              <a:cxnLst/>
              <a:rect l="l" t="t" r="r" b="b"/>
              <a:pathLst>
                <a:path w="2641483" h="406400" extrusionOk="0">
                  <a:moveTo>
                    <a:pt x="2438283" y="0"/>
                  </a:moveTo>
                  <a:cubicBezTo>
                    <a:pt x="2550507" y="0"/>
                    <a:pt x="2641483" y="90976"/>
                    <a:pt x="2641483" y="203200"/>
                  </a:cubicBezTo>
                  <a:cubicBezTo>
                    <a:pt x="2641483" y="315424"/>
                    <a:pt x="2550507" y="406400"/>
                    <a:pt x="243828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69DD8"/>
            </a:solidFill>
            <a:ln>
              <a:noFill/>
            </a:ln>
          </p:spPr>
          <p:txBody>
            <a:bodyPr spcFirstLastPara="1" wrap="square" lIns="51425" tIns="51425" rIns="51425" bIns="5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g3853db3ffb9_2_56"/>
            <p:cNvSpPr txBox="1"/>
            <p:nvPr/>
          </p:nvSpPr>
          <p:spPr>
            <a:xfrm>
              <a:off x="0" y="-38100"/>
              <a:ext cx="2641500" cy="44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4575" tIns="34575" rIns="34575" bIns="34575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6" name="Google Shape;126;g3853db3ffb9_2_56"/>
          <p:cNvGrpSpPr/>
          <p:nvPr/>
        </p:nvGrpSpPr>
        <p:grpSpPr>
          <a:xfrm>
            <a:off x="0" y="4991466"/>
            <a:ext cx="9143818" cy="152062"/>
            <a:chOff x="0" y="-38100"/>
            <a:chExt cx="4816592" cy="80100"/>
          </a:xfrm>
        </p:grpSpPr>
        <p:sp>
          <p:nvSpPr>
            <p:cNvPr id="127" name="Google Shape;127;g3853db3ffb9_2_56"/>
            <p:cNvSpPr/>
            <p:nvPr/>
          </p:nvSpPr>
          <p:spPr>
            <a:xfrm>
              <a:off x="0" y="0"/>
              <a:ext cx="4816592" cy="41985"/>
            </a:xfrm>
            <a:custGeom>
              <a:avLst/>
              <a:gdLst/>
              <a:ahLst/>
              <a:cxnLst/>
              <a:rect l="l" t="t" r="r" b="b"/>
              <a:pathLst>
                <a:path w="4816592" h="41985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41985"/>
                  </a:lnTo>
                  <a:lnTo>
                    <a:pt x="0" y="41985"/>
                  </a:lnTo>
                  <a:close/>
                </a:path>
              </a:pathLst>
            </a:custGeom>
            <a:solidFill>
              <a:srgbClr val="DF1258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Google Shape;128;g3853db3ffb9_2_56"/>
            <p:cNvSpPr txBox="1"/>
            <p:nvPr/>
          </p:nvSpPr>
          <p:spPr>
            <a:xfrm>
              <a:off x="0" y="-38100"/>
              <a:ext cx="4816500" cy="8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" tIns="19050" rIns="19050" bIns="19050" anchor="ctr" anchorCtr="0">
              <a:noAutofit/>
            </a:bodyPr>
            <a:lstStyle/>
            <a:p>
              <a:pPr marL="0" marR="0" lvl="0" indent="0" algn="ctr" rtl="0">
                <a:lnSpc>
                  <a:spcPct val="145166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9" name="Google Shape;129;g3853db3ffb9_2_56"/>
          <p:cNvGrpSpPr/>
          <p:nvPr/>
        </p:nvGrpSpPr>
        <p:grpSpPr>
          <a:xfrm rot="10800000">
            <a:off x="7212305" y="0"/>
            <a:ext cx="1963739" cy="1571310"/>
            <a:chOff x="0" y="0"/>
            <a:chExt cx="5236637" cy="4190160"/>
          </a:xfrm>
        </p:grpSpPr>
        <p:sp>
          <p:nvSpPr>
            <p:cNvPr id="130" name="Google Shape;130;g3853db3ffb9_2_56"/>
            <p:cNvSpPr/>
            <p:nvPr/>
          </p:nvSpPr>
          <p:spPr>
            <a:xfrm rot="10800000">
              <a:off x="9086" y="0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Google Shape;131;g3853db3ffb9_2_56"/>
            <p:cNvSpPr/>
            <p:nvPr/>
          </p:nvSpPr>
          <p:spPr>
            <a:xfrm>
              <a:off x="1033910" y="27259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1"/>
                  </a:lnTo>
                  <a:lnTo>
                    <a:pt x="0" y="103391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Google Shape;132;g3853db3ffb9_2_56"/>
            <p:cNvSpPr/>
            <p:nvPr/>
          </p:nvSpPr>
          <p:spPr>
            <a:xfrm>
              <a:off x="0" y="1061170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0" y="0"/>
                  </a:lnTo>
                  <a:lnTo>
                    <a:pt x="1033910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Google Shape;133;g3853db3ffb9_2_56"/>
            <p:cNvSpPr/>
            <p:nvPr/>
          </p:nvSpPr>
          <p:spPr>
            <a:xfrm rot="10800000">
              <a:off x="0" y="2095080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0" y="0"/>
                  </a:lnTo>
                  <a:lnTo>
                    <a:pt x="1033910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Google Shape;134;g3853db3ffb9_2_56"/>
            <p:cNvSpPr/>
            <p:nvPr/>
          </p:nvSpPr>
          <p:spPr>
            <a:xfrm rot="-5400000">
              <a:off x="1033910" y="2095080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Google Shape;135;g3853db3ffb9_2_56"/>
            <p:cNvSpPr/>
            <p:nvPr/>
          </p:nvSpPr>
          <p:spPr>
            <a:xfrm rot="10800000">
              <a:off x="1033910" y="3115029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Google Shape;136;g3853db3ffb9_2_56"/>
            <p:cNvSpPr/>
            <p:nvPr/>
          </p:nvSpPr>
          <p:spPr>
            <a:xfrm rot="10800000">
              <a:off x="3168816" y="2122339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1"/>
                  </a:lnTo>
                  <a:lnTo>
                    <a:pt x="0" y="103391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Google Shape;137;g3853db3ffb9_2_56"/>
            <p:cNvSpPr/>
            <p:nvPr/>
          </p:nvSpPr>
          <p:spPr>
            <a:xfrm>
              <a:off x="3168816" y="1088429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Google Shape;138;g3853db3ffb9_2_56"/>
            <p:cNvSpPr/>
            <p:nvPr/>
          </p:nvSpPr>
          <p:spPr>
            <a:xfrm rot="5400000">
              <a:off x="4202727" y="2122339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0" y="0"/>
                  </a:lnTo>
                  <a:lnTo>
                    <a:pt x="1033910" y="1033911"/>
                  </a:lnTo>
                  <a:lnTo>
                    <a:pt x="0" y="103391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Google Shape;139;g3853db3ffb9_2_56"/>
            <p:cNvSpPr/>
            <p:nvPr/>
          </p:nvSpPr>
          <p:spPr>
            <a:xfrm>
              <a:off x="2134906" y="3156250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0" y="0"/>
                  </a:lnTo>
                  <a:lnTo>
                    <a:pt x="1033910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Google Shape;140;g3853db3ffb9_2_56"/>
            <p:cNvSpPr/>
            <p:nvPr/>
          </p:nvSpPr>
          <p:spPr>
            <a:xfrm>
              <a:off x="3168816" y="3156250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Google Shape;141;g3853db3ffb9_2_56"/>
            <p:cNvSpPr/>
            <p:nvPr/>
          </p:nvSpPr>
          <p:spPr>
            <a:xfrm rot="5400000">
              <a:off x="0" y="3128990"/>
              <a:ext cx="1033910" cy="1033910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0" y="0"/>
                  </a:lnTo>
                  <a:lnTo>
                    <a:pt x="1033910" y="1033911"/>
                  </a:lnTo>
                  <a:lnTo>
                    <a:pt x="0" y="103391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2" name="Google Shape;142;g3853db3ffb9_2_56"/>
          <p:cNvSpPr/>
          <p:nvPr/>
        </p:nvSpPr>
        <p:spPr>
          <a:xfrm>
            <a:off x="6342314" y="4694966"/>
            <a:ext cx="869992" cy="330960"/>
          </a:xfrm>
          <a:custGeom>
            <a:avLst/>
            <a:gdLst/>
            <a:ahLst/>
            <a:cxnLst/>
            <a:rect l="l" t="t" r="r" b="b"/>
            <a:pathLst>
              <a:path w="1739985" h="661919" extrusionOk="0">
                <a:moveTo>
                  <a:pt x="0" y="0"/>
                </a:moveTo>
                <a:lnTo>
                  <a:pt x="1739984" y="0"/>
                </a:lnTo>
                <a:lnTo>
                  <a:pt x="1739984" y="661919"/>
                </a:lnTo>
                <a:lnTo>
                  <a:pt x="0" y="661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3" name="Google Shape;143;g3853db3ffb9_2_56"/>
          <p:cNvSpPr/>
          <p:nvPr/>
        </p:nvSpPr>
        <p:spPr>
          <a:xfrm>
            <a:off x="129308" y="4786354"/>
            <a:ext cx="4611784" cy="201242"/>
          </a:xfrm>
          <a:custGeom>
            <a:avLst/>
            <a:gdLst/>
            <a:ahLst/>
            <a:cxnLst/>
            <a:rect l="l" t="t" r="r" b="b"/>
            <a:pathLst>
              <a:path w="9223567" h="402483" extrusionOk="0">
                <a:moveTo>
                  <a:pt x="0" y="0"/>
                </a:moveTo>
                <a:lnTo>
                  <a:pt x="9223567" y="0"/>
                </a:lnTo>
                <a:lnTo>
                  <a:pt x="9223567" y="402483"/>
                </a:lnTo>
                <a:lnTo>
                  <a:pt x="0" y="4024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144" name="Google Shape;144;g3853db3ffb9_2_56"/>
          <p:cNvGrpSpPr/>
          <p:nvPr/>
        </p:nvGrpSpPr>
        <p:grpSpPr>
          <a:xfrm>
            <a:off x="7803702" y="-333478"/>
            <a:ext cx="1934542" cy="818645"/>
            <a:chOff x="0" y="-38100"/>
            <a:chExt cx="1206600" cy="510600"/>
          </a:xfrm>
        </p:grpSpPr>
        <p:sp>
          <p:nvSpPr>
            <p:cNvPr id="145" name="Google Shape;145;g3853db3ffb9_2_56"/>
            <p:cNvSpPr/>
            <p:nvPr/>
          </p:nvSpPr>
          <p:spPr>
            <a:xfrm>
              <a:off x="0" y="0"/>
              <a:ext cx="1206511" cy="472458"/>
            </a:xfrm>
            <a:custGeom>
              <a:avLst/>
              <a:gdLst/>
              <a:ahLst/>
              <a:cxnLst/>
              <a:rect l="l" t="t" r="r" b="b"/>
              <a:pathLst>
                <a:path w="1206511" h="472458" extrusionOk="0">
                  <a:moveTo>
                    <a:pt x="1003311" y="0"/>
                  </a:moveTo>
                  <a:cubicBezTo>
                    <a:pt x="1115535" y="0"/>
                    <a:pt x="1206511" y="105763"/>
                    <a:pt x="1206511" y="236229"/>
                  </a:cubicBezTo>
                  <a:cubicBezTo>
                    <a:pt x="1206511" y="366695"/>
                    <a:pt x="1115535" y="472458"/>
                    <a:pt x="1003311" y="472458"/>
                  </a:cubicBezTo>
                  <a:lnTo>
                    <a:pt x="203200" y="472458"/>
                  </a:lnTo>
                  <a:cubicBezTo>
                    <a:pt x="90976" y="472458"/>
                    <a:pt x="0" y="366695"/>
                    <a:pt x="0" y="236229"/>
                  </a:cubicBezTo>
                  <a:cubicBezTo>
                    <a:pt x="0" y="105763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/>
            </a:solidFill>
            <a:ln>
              <a:noFill/>
            </a:ln>
          </p:spPr>
          <p:txBody>
            <a:bodyPr spcFirstLastPara="1" wrap="square" lIns="51425" tIns="51425" rIns="51425" bIns="5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853db3ffb9_2_56"/>
            <p:cNvSpPr txBox="1"/>
            <p:nvPr/>
          </p:nvSpPr>
          <p:spPr>
            <a:xfrm>
              <a:off x="0" y="-38100"/>
              <a:ext cx="1206600" cy="51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" tIns="19050" rIns="19050" bIns="1905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7" name="Google Shape;147;g3853db3ffb9_2_56"/>
          <p:cNvSpPr/>
          <p:nvPr/>
        </p:nvSpPr>
        <p:spPr>
          <a:xfrm>
            <a:off x="8039290" y="59570"/>
            <a:ext cx="750674" cy="310745"/>
          </a:xfrm>
          <a:custGeom>
            <a:avLst/>
            <a:gdLst/>
            <a:ahLst/>
            <a:cxnLst/>
            <a:rect l="l" t="t" r="r" b="b"/>
            <a:pathLst>
              <a:path w="1501349" h="621489" extrusionOk="0">
                <a:moveTo>
                  <a:pt x="0" y="0"/>
                </a:moveTo>
                <a:lnTo>
                  <a:pt x="1501349" y="0"/>
                </a:lnTo>
                <a:lnTo>
                  <a:pt x="1501349" y="621489"/>
                </a:lnTo>
                <a:lnTo>
                  <a:pt x="0" y="62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148" name="Google Shape;148;g3853db3ffb9_2_56"/>
          <p:cNvGrpSpPr/>
          <p:nvPr/>
        </p:nvGrpSpPr>
        <p:grpSpPr>
          <a:xfrm rot="5400000">
            <a:off x="-59541" y="-417953"/>
            <a:ext cx="1543020" cy="983590"/>
            <a:chOff x="0" y="-38100"/>
            <a:chExt cx="812800" cy="518115"/>
          </a:xfrm>
        </p:grpSpPr>
        <p:sp>
          <p:nvSpPr>
            <p:cNvPr id="149" name="Google Shape;149;g3853db3ffb9_2_56"/>
            <p:cNvSpPr/>
            <p:nvPr/>
          </p:nvSpPr>
          <p:spPr>
            <a:xfrm>
              <a:off x="0" y="0"/>
              <a:ext cx="812800" cy="480015"/>
            </a:xfrm>
            <a:custGeom>
              <a:avLst/>
              <a:gdLst/>
              <a:ahLst/>
              <a:cxnLst/>
              <a:rect l="l" t="t" r="r" b="b"/>
              <a:pathLst>
                <a:path w="812800" h="480015" extrusionOk="0">
                  <a:moveTo>
                    <a:pt x="609600" y="0"/>
                  </a:moveTo>
                  <a:cubicBezTo>
                    <a:pt x="721824" y="0"/>
                    <a:pt x="812800" y="107455"/>
                    <a:pt x="812800" y="240008"/>
                  </a:cubicBezTo>
                  <a:cubicBezTo>
                    <a:pt x="812800" y="372560"/>
                    <a:pt x="721824" y="480015"/>
                    <a:pt x="609600" y="480015"/>
                  </a:cubicBezTo>
                  <a:lnTo>
                    <a:pt x="203200" y="480015"/>
                  </a:lnTo>
                  <a:cubicBezTo>
                    <a:pt x="90976" y="480015"/>
                    <a:pt x="0" y="372560"/>
                    <a:pt x="0" y="240008"/>
                  </a:cubicBezTo>
                  <a:cubicBezTo>
                    <a:pt x="0" y="10745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>
                <a:alpha val="92156"/>
              </a:srgbClr>
            </a:solidFill>
            <a:ln>
              <a:noFill/>
            </a:ln>
          </p:spPr>
          <p:txBody>
            <a:bodyPr spcFirstLastPara="1" wrap="square" lIns="51425" tIns="51425" rIns="51425" bIns="5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g3853db3ffb9_2_56"/>
            <p:cNvSpPr txBox="1"/>
            <p:nvPr/>
          </p:nvSpPr>
          <p:spPr>
            <a:xfrm>
              <a:off x="0" y="-38100"/>
              <a:ext cx="812700" cy="51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" tIns="19050" rIns="19050" bIns="19050" anchor="ctr" anchorCtr="0">
              <a:noAutofit/>
            </a:bodyPr>
            <a:lstStyle/>
            <a:p>
              <a:pPr marL="0" marR="0" lvl="0" indent="0" algn="ctr" rtl="0">
                <a:lnSpc>
                  <a:spcPct val="14775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1" name="Google Shape;151;g3853db3ffb9_2_56"/>
          <p:cNvSpPr/>
          <p:nvPr/>
        </p:nvSpPr>
        <p:spPr>
          <a:xfrm>
            <a:off x="466465" y="76973"/>
            <a:ext cx="443921" cy="621489"/>
          </a:xfrm>
          <a:custGeom>
            <a:avLst/>
            <a:gdLst/>
            <a:ahLst/>
            <a:cxnLst/>
            <a:rect l="l" t="t" r="r" b="b"/>
            <a:pathLst>
              <a:path w="887841" h="1242978" extrusionOk="0">
                <a:moveTo>
                  <a:pt x="0" y="0"/>
                </a:moveTo>
                <a:lnTo>
                  <a:pt x="887841" y="0"/>
                </a:lnTo>
                <a:lnTo>
                  <a:pt x="887841" y="1242978"/>
                </a:lnTo>
                <a:lnTo>
                  <a:pt x="0" y="12429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2" name="Google Shape;152;g3853db3ffb9_2_56"/>
          <p:cNvSpPr/>
          <p:nvPr/>
        </p:nvSpPr>
        <p:spPr>
          <a:xfrm>
            <a:off x="5419214" y="4676527"/>
            <a:ext cx="799474" cy="349397"/>
          </a:xfrm>
          <a:custGeom>
            <a:avLst/>
            <a:gdLst/>
            <a:ahLst/>
            <a:cxnLst/>
            <a:rect l="l" t="t" r="r" b="b"/>
            <a:pathLst>
              <a:path w="1598948" h="698794" extrusionOk="0">
                <a:moveTo>
                  <a:pt x="0" y="0"/>
                </a:moveTo>
                <a:lnTo>
                  <a:pt x="1598948" y="0"/>
                </a:lnTo>
                <a:lnTo>
                  <a:pt x="1598948" y="698795"/>
                </a:lnTo>
                <a:lnTo>
                  <a:pt x="0" y="69879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26467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091089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853db3ffb9_2_4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0"/>
            </a:blip>
            <a:stretch>
              <a:fillRect t="-9244" b="-9244"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6" name="Google Shape;156;g3853db3ffb9_2_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7" name="Google Shape;157;g3853db3ffb9_2_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t" anchorCtr="0">
            <a:normAutofit/>
          </a:bodyPr>
          <a:lstStyle>
            <a:lvl1pPr marL="457200" lvl="0" indent="-2984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1pPr>
            <a:lvl2pPr marL="914400" lvl="1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2pPr>
            <a:lvl3pPr marL="137160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3pPr>
            <a:lvl4pPr marL="1828800" lvl="3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4pPr>
            <a:lvl5pPr marL="2286000" lvl="4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5pPr>
            <a:lvl6pPr marL="2743200" lvl="5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6pPr>
            <a:lvl7pPr marL="3200400" lvl="6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7pPr>
            <a:lvl8pPr marL="3657600" lvl="7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8pPr>
            <a:lvl9pPr marL="4114800" lvl="8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8" name="Google Shape;158;g3853db3ffb9_2_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US"/>
          </a:p>
        </p:txBody>
      </p:sp>
      <p:sp>
        <p:nvSpPr>
          <p:cNvPr id="159" name="Google Shape;159;g3853db3ffb9_2_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US"/>
          </a:p>
        </p:txBody>
      </p:sp>
      <p:sp>
        <p:nvSpPr>
          <p:cNvPr id="160" name="Google Shape;160;g3853db3ffb9_2_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  <p:grpSp>
        <p:nvGrpSpPr>
          <p:cNvPr id="176" name="Google Shape;176;g3853db3ffb9_2_4"/>
          <p:cNvGrpSpPr/>
          <p:nvPr/>
        </p:nvGrpSpPr>
        <p:grpSpPr>
          <a:xfrm>
            <a:off x="-908630" y="4588972"/>
            <a:ext cx="6070431" cy="1021735"/>
            <a:chOff x="0" y="-38100"/>
            <a:chExt cx="2641500" cy="444600"/>
          </a:xfrm>
        </p:grpSpPr>
        <p:sp>
          <p:nvSpPr>
            <p:cNvPr id="177" name="Google Shape;177;g3853db3ffb9_2_4"/>
            <p:cNvSpPr/>
            <p:nvPr/>
          </p:nvSpPr>
          <p:spPr>
            <a:xfrm>
              <a:off x="0" y="0"/>
              <a:ext cx="2641483" cy="406400"/>
            </a:xfrm>
            <a:custGeom>
              <a:avLst/>
              <a:gdLst/>
              <a:ahLst/>
              <a:cxnLst/>
              <a:rect l="l" t="t" r="r" b="b"/>
              <a:pathLst>
                <a:path w="2641483" h="406400" extrusionOk="0">
                  <a:moveTo>
                    <a:pt x="2438283" y="0"/>
                  </a:moveTo>
                  <a:cubicBezTo>
                    <a:pt x="2550507" y="0"/>
                    <a:pt x="2641483" y="90976"/>
                    <a:pt x="2641483" y="203200"/>
                  </a:cubicBezTo>
                  <a:cubicBezTo>
                    <a:pt x="2641483" y="315424"/>
                    <a:pt x="2550507" y="406400"/>
                    <a:pt x="243828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69DD8"/>
            </a:solidFill>
            <a:ln>
              <a:noFill/>
            </a:ln>
          </p:spPr>
          <p:txBody>
            <a:bodyPr spcFirstLastPara="1" wrap="square" lIns="51425" tIns="51425" rIns="51425" bIns="5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g3853db3ffb9_2_4"/>
            <p:cNvSpPr txBox="1"/>
            <p:nvPr/>
          </p:nvSpPr>
          <p:spPr>
            <a:xfrm>
              <a:off x="0" y="-38100"/>
              <a:ext cx="2641500" cy="44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4575" tIns="34575" rIns="34575" bIns="34575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9" name="Google Shape;179;g3853db3ffb9_2_4"/>
          <p:cNvGrpSpPr/>
          <p:nvPr/>
        </p:nvGrpSpPr>
        <p:grpSpPr>
          <a:xfrm>
            <a:off x="0" y="4991466"/>
            <a:ext cx="9143818" cy="152062"/>
            <a:chOff x="0" y="-38100"/>
            <a:chExt cx="4816592" cy="80100"/>
          </a:xfrm>
        </p:grpSpPr>
        <p:sp>
          <p:nvSpPr>
            <p:cNvPr id="180" name="Google Shape;180;g3853db3ffb9_2_4"/>
            <p:cNvSpPr/>
            <p:nvPr/>
          </p:nvSpPr>
          <p:spPr>
            <a:xfrm>
              <a:off x="0" y="0"/>
              <a:ext cx="4816592" cy="41985"/>
            </a:xfrm>
            <a:custGeom>
              <a:avLst/>
              <a:gdLst/>
              <a:ahLst/>
              <a:cxnLst/>
              <a:rect l="l" t="t" r="r" b="b"/>
              <a:pathLst>
                <a:path w="4816592" h="41985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41985"/>
                  </a:lnTo>
                  <a:lnTo>
                    <a:pt x="0" y="41985"/>
                  </a:lnTo>
                  <a:close/>
                </a:path>
              </a:pathLst>
            </a:custGeom>
            <a:solidFill>
              <a:srgbClr val="DF1258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Google Shape;181;g3853db3ffb9_2_4"/>
            <p:cNvSpPr txBox="1"/>
            <p:nvPr/>
          </p:nvSpPr>
          <p:spPr>
            <a:xfrm>
              <a:off x="0" y="-38100"/>
              <a:ext cx="4816500" cy="8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" tIns="19050" rIns="19050" bIns="19050" anchor="ctr" anchorCtr="0">
              <a:noAutofit/>
            </a:bodyPr>
            <a:lstStyle/>
            <a:p>
              <a:pPr marL="0" marR="0" lvl="0" indent="0" algn="ctr" rtl="0">
                <a:lnSpc>
                  <a:spcPct val="145166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2" name="Google Shape;182;g3853db3ffb9_2_4"/>
          <p:cNvGrpSpPr/>
          <p:nvPr userDrawn="1"/>
        </p:nvGrpSpPr>
        <p:grpSpPr>
          <a:xfrm rot="10800000">
            <a:off x="7212305" y="0"/>
            <a:ext cx="1963739" cy="1571310"/>
            <a:chOff x="0" y="0"/>
            <a:chExt cx="5236636" cy="4190160"/>
          </a:xfrm>
        </p:grpSpPr>
        <p:sp>
          <p:nvSpPr>
            <p:cNvPr id="183" name="Google Shape;183;g3853db3ffb9_2_4"/>
            <p:cNvSpPr/>
            <p:nvPr/>
          </p:nvSpPr>
          <p:spPr>
            <a:xfrm rot="10800000">
              <a:off x="9088" y="0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Google Shape;184;g3853db3ffb9_2_4"/>
            <p:cNvSpPr/>
            <p:nvPr/>
          </p:nvSpPr>
          <p:spPr>
            <a:xfrm>
              <a:off x="1033912" y="27259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1"/>
                  </a:lnTo>
                  <a:lnTo>
                    <a:pt x="0" y="103391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Google Shape;185;g3853db3ffb9_2_4"/>
            <p:cNvSpPr/>
            <p:nvPr/>
          </p:nvSpPr>
          <p:spPr>
            <a:xfrm>
              <a:off x="0" y="1061171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0" y="0"/>
                  </a:lnTo>
                  <a:lnTo>
                    <a:pt x="1033910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Google Shape;186;g3853db3ffb9_2_4"/>
            <p:cNvSpPr/>
            <p:nvPr/>
          </p:nvSpPr>
          <p:spPr>
            <a:xfrm rot="10800000">
              <a:off x="0" y="2095080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0" y="0"/>
                  </a:lnTo>
                  <a:lnTo>
                    <a:pt x="1033910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Google Shape;187;g3853db3ffb9_2_4"/>
            <p:cNvSpPr/>
            <p:nvPr/>
          </p:nvSpPr>
          <p:spPr>
            <a:xfrm rot="16200000">
              <a:off x="1033912" y="2095080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Google Shape;188;g3853db3ffb9_2_4"/>
            <p:cNvSpPr/>
            <p:nvPr/>
          </p:nvSpPr>
          <p:spPr>
            <a:xfrm rot="10800000">
              <a:off x="1033912" y="3115030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Google Shape;189;g3853db3ffb9_2_4"/>
            <p:cNvSpPr/>
            <p:nvPr/>
          </p:nvSpPr>
          <p:spPr>
            <a:xfrm rot="10800000">
              <a:off x="3168815" y="2122339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1"/>
                  </a:lnTo>
                  <a:lnTo>
                    <a:pt x="0" y="103391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Google Shape;190;g3853db3ffb9_2_4"/>
            <p:cNvSpPr/>
            <p:nvPr/>
          </p:nvSpPr>
          <p:spPr>
            <a:xfrm>
              <a:off x="3168815" y="1088430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Google Shape;191;g3853db3ffb9_2_4"/>
            <p:cNvSpPr/>
            <p:nvPr/>
          </p:nvSpPr>
          <p:spPr>
            <a:xfrm rot="5400000">
              <a:off x="4202727" y="2122339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0" y="0"/>
                  </a:lnTo>
                  <a:lnTo>
                    <a:pt x="1033910" y="1033911"/>
                  </a:lnTo>
                  <a:lnTo>
                    <a:pt x="0" y="103391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Google Shape;192;g3853db3ffb9_2_4"/>
            <p:cNvSpPr/>
            <p:nvPr/>
          </p:nvSpPr>
          <p:spPr>
            <a:xfrm>
              <a:off x="2134906" y="3156251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0" y="0"/>
                  </a:lnTo>
                  <a:lnTo>
                    <a:pt x="1033910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Google Shape;193;g3853db3ffb9_2_4"/>
            <p:cNvSpPr/>
            <p:nvPr/>
          </p:nvSpPr>
          <p:spPr>
            <a:xfrm>
              <a:off x="3168815" y="3156251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1" y="0"/>
                  </a:lnTo>
                  <a:lnTo>
                    <a:pt x="1033911" y="1033910"/>
                  </a:lnTo>
                  <a:lnTo>
                    <a:pt x="0" y="103391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Google Shape;194;g3853db3ffb9_2_4"/>
            <p:cNvSpPr/>
            <p:nvPr/>
          </p:nvSpPr>
          <p:spPr>
            <a:xfrm rot="5400000">
              <a:off x="0" y="3128992"/>
              <a:ext cx="1033909" cy="1033909"/>
            </a:xfrm>
            <a:custGeom>
              <a:avLst/>
              <a:gdLst/>
              <a:ahLst/>
              <a:cxnLst/>
              <a:rect l="l" t="t" r="r" b="b"/>
              <a:pathLst>
                <a:path w="1033910" h="1033910" extrusionOk="0">
                  <a:moveTo>
                    <a:pt x="0" y="0"/>
                  </a:moveTo>
                  <a:lnTo>
                    <a:pt x="1033910" y="0"/>
                  </a:lnTo>
                  <a:lnTo>
                    <a:pt x="1033910" y="1033911"/>
                  </a:lnTo>
                  <a:lnTo>
                    <a:pt x="0" y="103391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5" name="Google Shape;195;g3853db3ffb9_2_4"/>
          <p:cNvSpPr/>
          <p:nvPr/>
        </p:nvSpPr>
        <p:spPr>
          <a:xfrm>
            <a:off x="6342314" y="4694966"/>
            <a:ext cx="869992" cy="330960"/>
          </a:xfrm>
          <a:custGeom>
            <a:avLst/>
            <a:gdLst/>
            <a:ahLst/>
            <a:cxnLst/>
            <a:rect l="l" t="t" r="r" b="b"/>
            <a:pathLst>
              <a:path w="1739985" h="661919" extrusionOk="0">
                <a:moveTo>
                  <a:pt x="0" y="0"/>
                </a:moveTo>
                <a:lnTo>
                  <a:pt x="1739984" y="0"/>
                </a:lnTo>
                <a:lnTo>
                  <a:pt x="1739984" y="661919"/>
                </a:lnTo>
                <a:lnTo>
                  <a:pt x="0" y="661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6" name="Google Shape;196;g3853db3ffb9_2_4"/>
          <p:cNvSpPr/>
          <p:nvPr/>
        </p:nvSpPr>
        <p:spPr>
          <a:xfrm>
            <a:off x="129308" y="4786354"/>
            <a:ext cx="4611784" cy="201242"/>
          </a:xfrm>
          <a:custGeom>
            <a:avLst/>
            <a:gdLst/>
            <a:ahLst/>
            <a:cxnLst/>
            <a:rect l="l" t="t" r="r" b="b"/>
            <a:pathLst>
              <a:path w="9223567" h="402483" extrusionOk="0">
                <a:moveTo>
                  <a:pt x="0" y="0"/>
                </a:moveTo>
                <a:lnTo>
                  <a:pt x="9223567" y="0"/>
                </a:lnTo>
                <a:lnTo>
                  <a:pt x="9223567" y="402483"/>
                </a:lnTo>
                <a:lnTo>
                  <a:pt x="0" y="4024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197" name="Google Shape;197;g3853db3ffb9_2_4"/>
          <p:cNvGrpSpPr/>
          <p:nvPr/>
        </p:nvGrpSpPr>
        <p:grpSpPr>
          <a:xfrm>
            <a:off x="7803702" y="-333478"/>
            <a:ext cx="1934542" cy="818645"/>
            <a:chOff x="0" y="-38100"/>
            <a:chExt cx="1206600" cy="510600"/>
          </a:xfrm>
        </p:grpSpPr>
        <p:sp>
          <p:nvSpPr>
            <p:cNvPr id="198" name="Google Shape;198;g3853db3ffb9_2_4"/>
            <p:cNvSpPr/>
            <p:nvPr/>
          </p:nvSpPr>
          <p:spPr>
            <a:xfrm>
              <a:off x="0" y="0"/>
              <a:ext cx="1206511" cy="472458"/>
            </a:xfrm>
            <a:custGeom>
              <a:avLst/>
              <a:gdLst/>
              <a:ahLst/>
              <a:cxnLst/>
              <a:rect l="l" t="t" r="r" b="b"/>
              <a:pathLst>
                <a:path w="1206511" h="472458" extrusionOk="0">
                  <a:moveTo>
                    <a:pt x="1003311" y="0"/>
                  </a:moveTo>
                  <a:cubicBezTo>
                    <a:pt x="1115535" y="0"/>
                    <a:pt x="1206511" y="105763"/>
                    <a:pt x="1206511" y="236229"/>
                  </a:cubicBezTo>
                  <a:cubicBezTo>
                    <a:pt x="1206511" y="366695"/>
                    <a:pt x="1115535" y="472458"/>
                    <a:pt x="1003311" y="472458"/>
                  </a:cubicBezTo>
                  <a:lnTo>
                    <a:pt x="203200" y="472458"/>
                  </a:lnTo>
                  <a:cubicBezTo>
                    <a:pt x="90976" y="472458"/>
                    <a:pt x="0" y="366695"/>
                    <a:pt x="0" y="236229"/>
                  </a:cubicBezTo>
                  <a:cubicBezTo>
                    <a:pt x="0" y="105763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/>
            </a:solidFill>
            <a:ln>
              <a:noFill/>
            </a:ln>
          </p:spPr>
          <p:txBody>
            <a:bodyPr spcFirstLastPara="1" wrap="square" lIns="51425" tIns="51425" rIns="51425" bIns="5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g3853db3ffb9_2_4"/>
            <p:cNvSpPr txBox="1"/>
            <p:nvPr/>
          </p:nvSpPr>
          <p:spPr>
            <a:xfrm>
              <a:off x="0" y="-38100"/>
              <a:ext cx="1206600" cy="51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" tIns="19050" rIns="19050" bIns="1905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0" name="Google Shape;200;g3853db3ffb9_2_4"/>
          <p:cNvSpPr/>
          <p:nvPr/>
        </p:nvSpPr>
        <p:spPr>
          <a:xfrm>
            <a:off x="8039290" y="59570"/>
            <a:ext cx="750674" cy="310745"/>
          </a:xfrm>
          <a:custGeom>
            <a:avLst/>
            <a:gdLst/>
            <a:ahLst/>
            <a:cxnLst/>
            <a:rect l="l" t="t" r="r" b="b"/>
            <a:pathLst>
              <a:path w="1501349" h="621489" extrusionOk="0">
                <a:moveTo>
                  <a:pt x="0" y="0"/>
                </a:moveTo>
                <a:lnTo>
                  <a:pt x="1501349" y="0"/>
                </a:lnTo>
                <a:lnTo>
                  <a:pt x="1501349" y="621489"/>
                </a:lnTo>
                <a:lnTo>
                  <a:pt x="0" y="62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201" name="Google Shape;201;g3853db3ffb9_2_4"/>
          <p:cNvGrpSpPr/>
          <p:nvPr/>
        </p:nvGrpSpPr>
        <p:grpSpPr>
          <a:xfrm rot="5400000">
            <a:off x="-59541" y="-417953"/>
            <a:ext cx="1543020" cy="983590"/>
            <a:chOff x="0" y="-38100"/>
            <a:chExt cx="812800" cy="518115"/>
          </a:xfrm>
        </p:grpSpPr>
        <p:sp>
          <p:nvSpPr>
            <p:cNvPr id="202" name="Google Shape;202;g3853db3ffb9_2_4"/>
            <p:cNvSpPr/>
            <p:nvPr/>
          </p:nvSpPr>
          <p:spPr>
            <a:xfrm>
              <a:off x="0" y="0"/>
              <a:ext cx="812800" cy="480015"/>
            </a:xfrm>
            <a:custGeom>
              <a:avLst/>
              <a:gdLst/>
              <a:ahLst/>
              <a:cxnLst/>
              <a:rect l="l" t="t" r="r" b="b"/>
              <a:pathLst>
                <a:path w="812800" h="480015" extrusionOk="0">
                  <a:moveTo>
                    <a:pt x="609600" y="0"/>
                  </a:moveTo>
                  <a:cubicBezTo>
                    <a:pt x="721824" y="0"/>
                    <a:pt x="812800" y="107455"/>
                    <a:pt x="812800" y="240008"/>
                  </a:cubicBezTo>
                  <a:cubicBezTo>
                    <a:pt x="812800" y="372560"/>
                    <a:pt x="721824" y="480015"/>
                    <a:pt x="609600" y="480015"/>
                  </a:cubicBezTo>
                  <a:lnTo>
                    <a:pt x="203200" y="480015"/>
                  </a:lnTo>
                  <a:cubicBezTo>
                    <a:pt x="90976" y="480015"/>
                    <a:pt x="0" y="372560"/>
                    <a:pt x="0" y="240008"/>
                  </a:cubicBezTo>
                  <a:cubicBezTo>
                    <a:pt x="0" y="10745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>
                <a:alpha val="93333"/>
              </a:srgbClr>
            </a:solidFill>
            <a:ln>
              <a:noFill/>
            </a:ln>
          </p:spPr>
          <p:txBody>
            <a:bodyPr spcFirstLastPara="1" wrap="square" lIns="51425" tIns="51425" rIns="51425" bIns="5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g3853db3ffb9_2_4"/>
            <p:cNvSpPr txBox="1"/>
            <p:nvPr/>
          </p:nvSpPr>
          <p:spPr>
            <a:xfrm>
              <a:off x="0" y="-38100"/>
              <a:ext cx="812700" cy="51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050" tIns="19050" rIns="19050" bIns="19050" anchor="ctr" anchorCtr="0">
              <a:noAutofit/>
            </a:bodyPr>
            <a:lstStyle/>
            <a:p>
              <a:pPr marL="0" marR="0" lvl="0" indent="0" algn="ctr" rtl="0">
                <a:lnSpc>
                  <a:spcPct val="14775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4" name="Google Shape;204;g3853db3ffb9_2_4"/>
          <p:cNvSpPr/>
          <p:nvPr/>
        </p:nvSpPr>
        <p:spPr>
          <a:xfrm>
            <a:off x="466465" y="76973"/>
            <a:ext cx="443921" cy="621489"/>
          </a:xfrm>
          <a:custGeom>
            <a:avLst/>
            <a:gdLst/>
            <a:ahLst/>
            <a:cxnLst/>
            <a:rect l="l" t="t" r="r" b="b"/>
            <a:pathLst>
              <a:path w="887841" h="1242978" extrusionOk="0">
                <a:moveTo>
                  <a:pt x="0" y="0"/>
                </a:moveTo>
                <a:lnTo>
                  <a:pt x="887841" y="0"/>
                </a:lnTo>
                <a:lnTo>
                  <a:pt x="887841" y="1242978"/>
                </a:lnTo>
                <a:lnTo>
                  <a:pt x="0" y="12429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Google Shape;205;g3853db3ffb9_2_4"/>
          <p:cNvSpPr/>
          <p:nvPr/>
        </p:nvSpPr>
        <p:spPr>
          <a:xfrm>
            <a:off x="5419214" y="4676527"/>
            <a:ext cx="799474" cy="349397"/>
          </a:xfrm>
          <a:custGeom>
            <a:avLst/>
            <a:gdLst/>
            <a:ahLst/>
            <a:cxnLst/>
            <a:rect l="l" t="t" r="r" b="b"/>
            <a:pathLst>
              <a:path w="1598948" h="698794" extrusionOk="0">
                <a:moveTo>
                  <a:pt x="0" y="0"/>
                </a:moveTo>
                <a:lnTo>
                  <a:pt x="1598948" y="0"/>
                </a:lnTo>
                <a:lnTo>
                  <a:pt x="1598948" y="698795"/>
                </a:lnTo>
                <a:lnTo>
                  <a:pt x="0" y="69879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572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853db3ffb9_2_9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08" name="Google Shape;208;g3853db3ffb9_2_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9" name="Google Shape;209;g3853db3ffb9_2_9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1091226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853db3ffb9_2_9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5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2" name="Google Shape;212;g3853db3ffb9_2_9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3" name="Google Shape;213;g3853db3ffb9_2_9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131178085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853db3ffb9_2_10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6" name="Google Shape;216;g3853db3ffb9_2_10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262225433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3db3ffb9_2_10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9" name="Google Shape;219;g3853db3ffb9_2_10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400"/>
            </a:lvl1pPr>
            <a:lvl2pPr marL="914400" lvl="1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2pPr>
            <a:lvl3pPr marL="1371600" lvl="2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3pPr>
            <a:lvl4pPr marL="1828800" lvl="3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4pPr>
            <a:lvl5pPr marL="2286000" lvl="4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5pPr>
            <a:lvl6pPr marL="2743200" lvl="5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6pPr>
            <a:lvl7pPr marL="3200400" lvl="6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7pPr>
            <a:lvl8pPr marL="3657600" lvl="7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8pPr>
            <a:lvl9pPr marL="4114800" lvl="8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0" name="Google Shape;220;g3853db3ffb9_2_10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400"/>
            </a:lvl1pPr>
            <a:lvl2pPr marL="914400" lvl="1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2pPr>
            <a:lvl3pPr marL="1371600" lvl="2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3pPr>
            <a:lvl4pPr marL="1828800" lvl="3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4pPr>
            <a:lvl5pPr marL="2286000" lvl="4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5pPr>
            <a:lvl6pPr marL="2743200" lvl="5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6pPr>
            <a:lvl7pPr marL="3200400" lvl="6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7pPr>
            <a:lvl8pPr marL="3657600" lvl="7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8pPr>
            <a:lvl9pPr marL="4114800" lvl="8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1" name="Google Shape;221;g3853db3ffb9_2_10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297158634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853db3ffb9_2_1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24" name="Google Shape;224;g3853db3ffb9_2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10808867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853db3ffb9_2_11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27" name="Google Shape;227;g3853db3ffb9_2_113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1pPr>
            <a:lvl2pPr marL="914400" lvl="1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2pPr>
            <a:lvl3pPr marL="1371600" lvl="2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3pPr>
            <a:lvl4pPr marL="1828800" lvl="3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4pPr>
            <a:lvl5pPr marL="2286000" lvl="4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5pPr>
            <a:lvl6pPr marL="2743200" lvl="5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6pPr>
            <a:lvl7pPr marL="3200400" lvl="6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7pPr>
            <a:lvl8pPr marL="3657600" lvl="7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8pPr>
            <a:lvl9pPr marL="4114800" lvl="8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8" name="Google Shape;228;g3853db3ffb9_2_1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53292298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853db3ffb9_2_1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1" name="Google Shape;231;g3853db3ffb9_2_1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165570838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853db3ffb9_2_12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g3853db3ffb9_2_12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5" name="Google Shape;235;g3853db3ffb9_2_12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36" name="Google Shape;236;g3853db3ffb9_2_12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7" name="Google Shape;237;g3853db3ffb9_2_1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391131434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853db3ffb9_2_126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0" name="Google Shape;240;g3853db3ffb9_2_1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174468117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853db3ffb9_2_129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12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43" name="Google Shape;243;g3853db3ffb9_2_12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4" name="Google Shape;244;g3853db3ffb9_2_1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22351257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853db3ffb9_2_1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2474246665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853db3ffb9_2_135"/>
          <p:cNvSpPr/>
          <p:nvPr/>
        </p:nvSpPr>
        <p:spPr>
          <a:xfrm>
            <a:off x="0" y="4579143"/>
            <a:ext cx="9144000" cy="564356"/>
          </a:xfrm>
          <a:custGeom>
            <a:avLst/>
            <a:gdLst/>
            <a:ahLst/>
            <a:cxnLst/>
            <a:rect l="l" t="t" r="r" b="b"/>
            <a:pathLst>
              <a:path w="24384000" h="1504950" extrusionOk="0">
                <a:moveTo>
                  <a:pt x="21224748" y="0"/>
                </a:moveTo>
                <a:lnTo>
                  <a:pt x="24384000" y="0"/>
                </a:lnTo>
                <a:lnTo>
                  <a:pt x="24384000" y="1504949"/>
                </a:lnTo>
                <a:lnTo>
                  <a:pt x="23342802" y="1504949"/>
                </a:lnTo>
                <a:lnTo>
                  <a:pt x="23342802" y="1504950"/>
                </a:lnTo>
                <a:lnTo>
                  <a:pt x="0" y="1504950"/>
                </a:lnTo>
                <a:lnTo>
                  <a:pt x="0" y="621612"/>
                </a:lnTo>
                <a:lnTo>
                  <a:pt x="19243430" y="621612"/>
                </a:lnTo>
                <a:lnTo>
                  <a:pt x="19786672" y="2"/>
                </a:lnTo>
                <a:lnTo>
                  <a:pt x="21224748" y="2"/>
                </a:lnTo>
                <a:close/>
              </a:path>
            </a:pathLst>
          </a:custGeom>
          <a:gradFill>
            <a:gsLst>
              <a:gs pos="0">
                <a:srgbClr val="3177EE"/>
              </a:gs>
              <a:gs pos="100000">
                <a:srgbClr val="113D8A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34275" tIns="17150" rIns="34275" bIns="171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g3853db3ffb9_2_135"/>
          <p:cNvSpPr txBox="1">
            <a:spLocks noGrp="1"/>
          </p:cNvSpPr>
          <p:nvPr>
            <p:ph type="sldNum" idx="12"/>
          </p:nvPr>
        </p:nvSpPr>
        <p:spPr>
          <a:xfrm>
            <a:off x="8556775" y="4822875"/>
            <a:ext cx="548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925" tIns="14450" rIns="28925" bIns="1445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  <p:sp>
        <p:nvSpPr>
          <p:cNvPr id="250" name="Google Shape;250;g3853db3ffb9_2_135"/>
          <p:cNvSpPr txBox="1"/>
          <p:nvPr/>
        </p:nvSpPr>
        <p:spPr>
          <a:xfrm>
            <a:off x="7505924" y="4789325"/>
            <a:ext cx="1300500" cy="250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17150" rIns="34275" bIns="1715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14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BKN.GO.ID</a:t>
            </a:r>
            <a:endParaRPr sz="1400" b="1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51" name="Google Shape;251;g3853db3ffb9_2_1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2975" y="4888875"/>
            <a:ext cx="5181600" cy="228600"/>
          </a:xfrm>
          <a:prstGeom prst="rect">
            <a:avLst/>
          </a:prstGeom>
          <a:noFill/>
          <a:ln>
            <a:noFill/>
          </a:ln>
          <a:effectLst>
            <a:reflection endPos="30000" dist="38100" dir="5400000" fadeDir="5400012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485402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>
  <p:cSld name="Title &amp; subtitle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853db3ffb9_2_140"/>
          <p:cNvSpPr txBox="1">
            <a:spLocks noGrp="1"/>
          </p:cNvSpPr>
          <p:nvPr>
            <p:ph type="title"/>
          </p:nvPr>
        </p:nvSpPr>
        <p:spPr>
          <a:xfrm>
            <a:off x="714375" y="238125"/>
            <a:ext cx="7229400" cy="2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765399"/>
      </p:ext>
    </p:extLst>
  </p:cSld>
  <p:clrMapOvr>
    <a:masterClrMapping/>
  </p:clrMapOvr>
  <p:transition>
    <p:fade/>
  </p:transition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853db3ffb9_2_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4" name="Google Shape;114;g3853db3ffb9_2_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5" name="Google Shape;115;g3853db3ffb9_2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 smtClean="0"/>
              <a:t>‹#›</a:t>
            </a:fld>
            <a:endParaRPr lang="id"/>
          </a:p>
        </p:txBody>
      </p:sp>
    </p:spTree>
    <p:extLst>
      <p:ext uri="{BB962C8B-B14F-4D97-AF65-F5344CB8AC3E}">
        <p14:creationId xmlns:p14="http://schemas.microsoft.com/office/powerpoint/2010/main" val="125531279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75"/>
          <p:cNvSpPr txBox="1"/>
          <p:nvPr/>
        </p:nvSpPr>
        <p:spPr>
          <a:xfrm>
            <a:off x="1145560" y="741297"/>
            <a:ext cx="554790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dirty="0">
                <a:solidFill>
                  <a:srgbClr val="DC1457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*</a:t>
            </a:r>
            <a:r>
              <a:rPr lang="id" sz="900" b="1" i="0" u="none" strike="noStrike" cap="none" dirty="0">
                <a:solidFill>
                  <a:srgbClr val="DC1457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Data Per </a:t>
            </a:r>
            <a:r>
              <a:rPr lang="en-US" sz="900" b="1" i="0" u="none" strike="noStrike" cap="none" dirty="0">
                <a:solidFill>
                  <a:srgbClr val="DC1457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{</a:t>
            </a:r>
            <a:r>
              <a:rPr lang="en-US" sz="900" b="1" i="0" u="none" strike="noStrike" cap="none" dirty="0" err="1">
                <a:solidFill>
                  <a:srgbClr val="DC1457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tanggal_data</a:t>
            </a:r>
            <a:r>
              <a:rPr lang="en-US" sz="900" b="1" i="0" u="none" strike="noStrike" cap="none" dirty="0">
                <a:solidFill>
                  <a:srgbClr val="DC1457"/>
                </a:solidFill>
                <a:latin typeface="Montserrat" panose="00000500000000000000" pitchFamily="2" charset="0"/>
                <a:ea typeface="Open Sans"/>
                <a:cs typeface="Open Sans"/>
                <a:sym typeface="Open Sans"/>
              </a:rPr>
              <a:t>}</a:t>
            </a:r>
            <a:endParaRPr sz="900" dirty="0">
              <a:solidFill>
                <a:srgbClr val="DC1457"/>
              </a:solidFill>
              <a:latin typeface="Montserrat" panose="00000500000000000000" pitchFamily="2" charset="0"/>
            </a:endParaRPr>
          </a:p>
        </p:txBody>
      </p:sp>
      <p:sp>
        <p:nvSpPr>
          <p:cNvPr id="794" name="Google Shape;794;p75"/>
          <p:cNvSpPr txBox="1"/>
          <p:nvPr/>
        </p:nvSpPr>
        <p:spPr>
          <a:xfrm>
            <a:off x="1267568" y="136550"/>
            <a:ext cx="54633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800" b="1" dirty="0">
                <a:solidFill>
                  <a:srgbClr val="193985"/>
                </a:solidFill>
                <a:latin typeface="Poppins" panose="00000500000000000000" pitchFamily="2" charset="0"/>
                <a:ea typeface="Montserrat"/>
                <a:cs typeface="Poppins" panose="00000500000000000000" pitchFamily="2" charset="0"/>
                <a:sym typeface="Montserrat"/>
              </a:rPr>
              <a:t>STATISTIK ASN</a:t>
            </a:r>
            <a:r>
              <a:rPr lang="en-US" sz="1800" b="1" dirty="0">
                <a:solidFill>
                  <a:srgbClr val="193985"/>
                </a:solidFill>
                <a:latin typeface="Poppins" panose="00000500000000000000" pitchFamily="2" charset="0"/>
                <a:ea typeface="Montserrat"/>
                <a:cs typeface="Poppins" panose="00000500000000000000" pitchFamily="2" charset="0"/>
                <a:sym typeface="Montserrat"/>
              </a:rPr>
              <a:t>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93985"/>
                </a:solidFill>
                <a:latin typeface="Poppins" panose="00000500000000000000" pitchFamily="2" charset="0"/>
                <a:ea typeface="Montserrat"/>
                <a:cs typeface="Poppins" panose="00000500000000000000" pitchFamily="2" charset="0"/>
                <a:sym typeface="Montserrat"/>
              </a:rPr>
              <a:t>{instansi_1}</a:t>
            </a:r>
            <a:endParaRPr sz="1800" b="1" dirty="0">
              <a:solidFill>
                <a:srgbClr val="193985"/>
              </a:solidFill>
              <a:latin typeface="Poppins" panose="00000500000000000000" pitchFamily="2" charset="0"/>
              <a:ea typeface="Open Sans ExtraBold"/>
              <a:cs typeface="Poppins" panose="00000500000000000000" pitchFamily="2" charset="0"/>
              <a:sym typeface="Open Sans ExtraBold"/>
            </a:endParaRPr>
          </a:p>
        </p:txBody>
      </p:sp>
      <p:sp>
        <p:nvSpPr>
          <p:cNvPr id="2" name="Google Shape;742;p75">
            <a:extLst>
              <a:ext uri="{FF2B5EF4-FFF2-40B4-BE49-F238E27FC236}">
                <a16:creationId xmlns:a16="http://schemas.microsoft.com/office/drawing/2014/main" id="{F3B5506F-F338-554A-9365-4A306218A759}"/>
              </a:ext>
            </a:extLst>
          </p:cNvPr>
          <p:cNvSpPr/>
          <p:nvPr/>
        </p:nvSpPr>
        <p:spPr>
          <a:xfrm>
            <a:off x="92849" y="1293765"/>
            <a:ext cx="8945331" cy="3262507"/>
          </a:xfrm>
          <a:custGeom>
            <a:avLst/>
            <a:gdLst/>
            <a:ahLst/>
            <a:cxnLst/>
            <a:rect l="l" t="t" r="r" b="b"/>
            <a:pathLst>
              <a:path w="15625033" h="5625012" extrusionOk="0">
                <a:moveTo>
                  <a:pt x="0" y="0"/>
                </a:moveTo>
                <a:lnTo>
                  <a:pt x="15625033" y="0"/>
                </a:lnTo>
                <a:lnTo>
                  <a:pt x="15625033" y="5625012"/>
                </a:lnTo>
                <a:lnTo>
                  <a:pt x="0" y="562501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739;p75">
            <a:extLst>
              <a:ext uri="{FF2B5EF4-FFF2-40B4-BE49-F238E27FC236}">
                <a16:creationId xmlns:a16="http://schemas.microsoft.com/office/drawing/2014/main" id="{10C07B1C-C057-6658-9273-78FEF650B11E}"/>
              </a:ext>
            </a:extLst>
          </p:cNvPr>
          <p:cNvSpPr/>
          <p:nvPr/>
        </p:nvSpPr>
        <p:spPr>
          <a:xfrm>
            <a:off x="269816" y="1209206"/>
            <a:ext cx="2499300" cy="15153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40;p75">
            <a:extLst>
              <a:ext uri="{FF2B5EF4-FFF2-40B4-BE49-F238E27FC236}">
                <a16:creationId xmlns:a16="http://schemas.microsoft.com/office/drawing/2014/main" id="{1A080064-65C6-6D21-FE67-93B90AB38772}"/>
              </a:ext>
            </a:extLst>
          </p:cNvPr>
          <p:cNvSpPr/>
          <p:nvPr/>
        </p:nvSpPr>
        <p:spPr>
          <a:xfrm>
            <a:off x="2868279" y="1213996"/>
            <a:ext cx="1243800" cy="15153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744;p75">
            <a:extLst>
              <a:ext uri="{FF2B5EF4-FFF2-40B4-BE49-F238E27FC236}">
                <a16:creationId xmlns:a16="http://schemas.microsoft.com/office/drawing/2014/main" id="{19225CAA-2F3D-34A1-47ED-A301FBB8E2E5}"/>
              </a:ext>
            </a:extLst>
          </p:cNvPr>
          <p:cNvSpPr txBox="1"/>
          <p:nvPr/>
        </p:nvSpPr>
        <p:spPr>
          <a:xfrm rot="-5400000">
            <a:off x="641123" y="970285"/>
            <a:ext cx="493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700" tIns="11700" rIns="11700" bIns="11700" anchor="ctr" anchorCtr="0">
            <a:noAutofit/>
          </a:bodyPr>
          <a:lstStyle/>
          <a:p>
            <a:pPr marL="0" marR="0" lvl="0" indent="0" algn="ctr" rtl="0">
              <a:lnSpc>
                <a:spcPct val="92571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745;p75">
            <a:extLst>
              <a:ext uri="{FF2B5EF4-FFF2-40B4-BE49-F238E27FC236}">
                <a16:creationId xmlns:a16="http://schemas.microsoft.com/office/drawing/2014/main" id="{77B9E5D6-32BB-9D50-A044-79E60537051B}"/>
              </a:ext>
            </a:extLst>
          </p:cNvPr>
          <p:cNvSpPr/>
          <p:nvPr/>
        </p:nvSpPr>
        <p:spPr>
          <a:xfrm flipH="1">
            <a:off x="350584" y="1765808"/>
            <a:ext cx="832587" cy="822180"/>
          </a:xfrm>
          <a:custGeom>
            <a:avLst/>
            <a:gdLst/>
            <a:ahLst/>
            <a:cxnLst/>
            <a:rect l="l" t="t" r="r" b="b"/>
            <a:pathLst>
              <a:path w="1665174" h="1644360" extrusionOk="0">
                <a:moveTo>
                  <a:pt x="1665174" y="0"/>
                </a:moveTo>
                <a:lnTo>
                  <a:pt x="0" y="0"/>
                </a:lnTo>
                <a:lnTo>
                  <a:pt x="0" y="1644359"/>
                </a:lnTo>
                <a:lnTo>
                  <a:pt x="1665174" y="1644359"/>
                </a:lnTo>
                <a:lnTo>
                  <a:pt x="16651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oogle Shape;746;p75">
            <a:extLst>
              <a:ext uri="{FF2B5EF4-FFF2-40B4-BE49-F238E27FC236}">
                <a16:creationId xmlns:a16="http://schemas.microsoft.com/office/drawing/2014/main" id="{75E3FF3B-196A-2867-5B78-883681492688}"/>
              </a:ext>
            </a:extLst>
          </p:cNvPr>
          <p:cNvSpPr/>
          <p:nvPr/>
        </p:nvSpPr>
        <p:spPr>
          <a:xfrm>
            <a:off x="240601" y="2560614"/>
            <a:ext cx="841455" cy="125167"/>
          </a:xfrm>
          <a:custGeom>
            <a:avLst/>
            <a:gdLst/>
            <a:ahLst/>
            <a:cxnLst/>
            <a:rect l="l" t="t" r="r" b="b"/>
            <a:pathLst>
              <a:path w="1682910" h="250333" extrusionOk="0">
                <a:moveTo>
                  <a:pt x="0" y="0"/>
                </a:moveTo>
                <a:lnTo>
                  <a:pt x="1682910" y="0"/>
                </a:lnTo>
                <a:lnTo>
                  <a:pt x="1682910" y="250333"/>
                </a:lnTo>
                <a:lnTo>
                  <a:pt x="0" y="25033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Google Shape;747;p75">
            <a:extLst>
              <a:ext uri="{FF2B5EF4-FFF2-40B4-BE49-F238E27FC236}">
                <a16:creationId xmlns:a16="http://schemas.microsoft.com/office/drawing/2014/main" id="{205F310F-F892-DE4C-E0B2-6931C4C1E377}"/>
              </a:ext>
            </a:extLst>
          </p:cNvPr>
          <p:cNvSpPr/>
          <p:nvPr/>
        </p:nvSpPr>
        <p:spPr>
          <a:xfrm>
            <a:off x="1097163" y="2225371"/>
            <a:ext cx="637085" cy="195108"/>
          </a:xfrm>
          <a:custGeom>
            <a:avLst/>
            <a:gdLst/>
            <a:ahLst/>
            <a:cxnLst/>
            <a:rect l="l" t="t" r="r" b="b"/>
            <a:pathLst>
              <a:path w="1274170" h="390215" extrusionOk="0">
                <a:moveTo>
                  <a:pt x="0" y="0"/>
                </a:moveTo>
                <a:lnTo>
                  <a:pt x="1274170" y="0"/>
                </a:lnTo>
                <a:lnTo>
                  <a:pt x="1274170" y="390215"/>
                </a:lnTo>
                <a:lnTo>
                  <a:pt x="0" y="3902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Google Shape;748;p75">
            <a:extLst>
              <a:ext uri="{FF2B5EF4-FFF2-40B4-BE49-F238E27FC236}">
                <a16:creationId xmlns:a16="http://schemas.microsoft.com/office/drawing/2014/main" id="{E02BB055-4933-BF8C-5018-67442AAECC50}"/>
              </a:ext>
            </a:extLst>
          </p:cNvPr>
          <p:cNvSpPr/>
          <p:nvPr/>
        </p:nvSpPr>
        <p:spPr>
          <a:xfrm>
            <a:off x="1921517" y="2225371"/>
            <a:ext cx="637085" cy="195108"/>
          </a:xfrm>
          <a:custGeom>
            <a:avLst/>
            <a:gdLst/>
            <a:ahLst/>
            <a:cxnLst/>
            <a:rect l="l" t="t" r="r" b="b"/>
            <a:pathLst>
              <a:path w="1274170" h="390215" extrusionOk="0">
                <a:moveTo>
                  <a:pt x="0" y="0"/>
                </a:moveTo>
                <a:lnTo>
                  <a:pt x="1274170" y="0"/>
                </a:lnTo>
                <a:lnTo>
                  <a:pt x="1274170" y="390215"/>
                </a:lnTo>
                <a:lnTo>
                  <a:pt x="0" y="3902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oogle Shape;749;p75">
            <a:extLst>
              <a:ext uri="{FF2B5EF4-FFF2-40B4-BE49-F238E27FC236}">
                <a16:creationId xmlns:a16="http://schemas.microsoft.com/office/drawing/2014/main" id="{BF2A5C94-10EF-2DFF-2E5F-146722BCEE5A}"/>
              </a:ext>
            </a:extLst>
          </p:cNvPr>
          <p:cNvSpPr txBox="1"/>
          <p:nvPr/>
        </p:nvSpPr>
        <p:spPr>
          <a:xfrm>
            <a:off x="1135546" y="1853185"/>
            <a:ext cx="786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2400" b="0" i="0" u="none" strike="noStrike" cap="none">
                <a:solidFill>
                  <a:srgbClr val="FFFCF6"/>
                </a:solidFill>
                <a:latin typeface="Anton"/>
                <a:ea typeface="Anton"/>
                <a:cs typeface="Anton"/>
                <a:sym typeface="Anton"/>
              </a:rPr>
              <a:t>PNS</a:t>
            </a:r>
            <a:endParaRPr/>
          </a:p>
        </p:txBody>
      </p:sp>
      <p:sp>
        <p:nvSpPr>
          <p:cNvPr id="23" name="Google Shape;750;p75">
            <a:extLst>
              <a:ext uri="{FF2B5EF4-FFF2-40B4-BE49-F238E27FC236}">
                <a16:creationId xmlns:a16="http://schemas.microsoft.com/office/drawing/2014/main" id="{8FDC7C35-DDFA-E790-1680-CBCF4573DFCE}"/>
              </a:ext>
            </a:extLst>
          </p:cNvPr>
          <p:cNvSpPr txBox="1"/>
          <p:nvPr/>
        </p:nvSpPr>
        <p:spPr>
          <a:xfrm>
            <a:off x="1921517" y="1853185"/>
            <a:ext cx="786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2400" b="0" i="0" u="none" strike="noStrike" cap="none" dirty="0">
                <a:solidFill>
                  <a:srgbClr val="FFFCF6"/>
                </a:solidFill>
                <a:latin typeface="Anton"/>
                <a:ea typeface="Anton"/>
                <a:cs typeface="Anton"/>
                <a:sym typeface="Anton"/>
              </a:rPr>
              <a:t>PPPK</a:t>
            </a:r>
            <a:endParaRPr dirty="0"/>
          </a:p>
        </p:txBody>
      </p:sp>
      <p:sp>
        <p:nvSpPr>
          <p:cNvPr id="24" name="Google Shape;751;p75">
            <a:extLst>
              <a:ext uri="{FF2B5EF4-FFF2-40B4-BE49-F238E27FC236}">
                <a16:creationId xmlns:a16="http://schemas.microsoft.com/office/drawing/2014/main" id="{B3ABEA64-01D0-C2E5-E114-07ECFCD8A05D}"/>
              </a:ext>
            </a:extLst>
          </p:cNvPr>
          <p:cNvSpPr txBox="1"/>
          <p:nvPr/>
        </p:nvSpPr>
        <p:spPr>
          <a:xfrm>
            <a:off x="1979708" y="2202072"/>
            <a:ext cx="1063200" cy="141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7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287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persentase_vis_pppk</a:t>
            </a:r>
            <a:r>
              <a:rPr lang="en-US" sz="287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dirty="0"/>
          </a:p>
        </p:txBody>
      </p:sp>
      <p:sp>
        <p:nvSpPr>
          <p:cNvPr id="25" name="Google Shape;752;p75">
            <a:extLst>
              <a:ext uri="{FF2B5EF4-FFF2-40B4-BE49-F238E27FC236}">
                <a16:creationId xmlns:a16="http://schemas.microsoft.com/office/drawing/2014/main" id="{8F51E823-A4E2-459D-A4EB-B698EE2BE5A2}"/>
              </a:ext>
            </a:extLst>
          </p:cNvPr>
          <p:cNvSpPr txBox="1"/>
          <p:nvPr/>
        </p:nvSpPr>
        <p:spPr>
          <a:xfrm>
            <a:off x="3259386" y="1552137"/>
            <a:ext cx="552600" cy="84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172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persentase_vis_pria</a:t>
            </a: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sz="1100" dirty="0"/>
          </a:p>
        </p:txBody>
      </p:sp>
      <p:sp>
        <p:nvSpPr>
          <p:cNvPr id="26" name="Google Shape;753;p75">
            <a:extLst>
              <a:ext uri="{FF2B5EF4-FFF2-40B4-BE49-F238E27FC236}">
                <a16:creationId xmlns:a16="http://schemas.microsoft.com/office/drawing/2014/main" id="{13B3F6A1-CF6F-568E-1F24-59F9AC519460}"/>
              </a:ext>
            </a:extLst>
          </p:cNvPr>
          <p:cNvSpPr txBox="1"/>
          <p:nvPr/>
        </p:nvSpPr>
        <p:spPr>
          <a:xfrm>
            <a:off x="3290820" y="2321793"/>
            <a:ext cx="595500" cy="84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172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persentase_vis_wanita</a:t>
            </a: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lang="en-US" sz="1100" dirty="0"/>
          </a:p>
        </p:txBody>
      </p:sp>
      <p:sp>
        <p:nvSpPr>
          <p:cNvPr id="27" name="Google Shape;754;p75">
            <a:extLst>
              <a:ext uri="{FF2B5EF4-FFF2-40B4-BE49-F238E27FC236}">
                <a16:creationId xmlns:a16="http://schemas.microsoft.com/office/drawing/2014/main" id="{A06F80BB-A306-C954-DF2D-3A4957A966BA}"/>
              </a:ext>
            </a:extLst>
          </p:cNvPr>
          <p:cNvSpPr txBox="1"/>
          <p:nvPr/>
        </p:nvSpPr>
        <p:spPr>
          <a:xfrm>
            <a:off x="3259386" y="1367764"/>
            <a:ext cx="442800" cy="155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600" b="1" i="0" u="none" strike="noStrike" cap="none">
                <a:solidFill>
                  <a:srgbClr val="DD8047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PRIA</a:t>
            </a:r>
            <a:endParaRPr sz="1200"/>
          </a:p>
        </p:txBody>
      </p:sp>
      <p:sp>
        <p:nvSpPr>
          <p:cNvPr id="28" name="Google Shape;755;p75">
            <a:extLst>
              <a:ext uri="{FF2B5EF4-FFF2-40B4-BE49-F238E27FC236}">
                <a16:creationId xmlns:a16="http://schemas.microsoft.com/office/drawing/2014/main" id="{E5C4CEFB-400A-4D95-7951-B593AE7B49C8}"/>
              </a:ext>
            </a:extLst>
          </p:cNvPr>
          <p:cNvSpPr txBox="1"/>
          <p:nvPr/>
        </p:nvSpPr>
        <p:spPr>
          <a:xfrm>
            <a:off x="3257410" y="2152650"/>
            <a:ext cx="662100" cy="13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b="1" i="0" u="none" strike="noStrike" cap="none" dirty="0">
                <a:solidFill>
                  <a:srgbClr val="7BA79D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WANITA</a:t>
            </a:r>
            <a:endParaRPr sz="1100" dirty="0"/>
          </a:p>
        </p:txBody>
      </p:sp>
      <p:sp>
        <p:nvSpPr>
          <p:cNvPr id="29" name="Google Shape;756;p75">
            <a:extLst>
              <a:ext uri="{FF2B5EF4-FFF2-40B4-BE49-F238E27FC236}">
                <a16:creationId xmlns:a16="http://schemas.microsoft.com/office/drawing/2014/main" id="{9702BC5D-4BE5-EC1E-0030-532228120007}"/>
              </a:ext>
            </a:extLst>
          </p:cNvPr>
          <p:cNvSpPr txBox="1"/>
          <p:nvPr/>
        </p:nvSpPr>
        <p:spPr>
          <a:xfrm>
            <a:off x="3232860" y="1717347"/>
            <a:ext cx="446700" cy="388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950" b="1" i="0" u="none" strike="noStrike" cap="none" dirty="0" err="1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count_pria</a:t>
            </a:r>
            <a:r>
              <a:rPr lang="en-US" sz="950" b="1" i="0" u="none" strike="noStrike" cap="none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30" name="Google Shape;757;p75">
            <a:extLst>
              <a:ext uri="{FF2B5EF4-FFF2-40B4-BE49-F238E27FC236}">
                <a16:creationId xmlns:a16="http://schemas.microsoft.com/office/drawing/2014/main" id="{47F35AE9-5DAA-1C77-2FE1-7975EE8E5077}"/>
              </a:ext>
            </a:extLst>
          </p:cNvPr>
          <p:cNvSpPr txBox="1"/>
          <p:nvPr/>
        </p:nvSpPr>
        <p:spPr>
          <a:xfrm>
            <a:off x="3264020" y="2505331"/>
            <a:ext cx="516600" cy="388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950" b="1" dirty="0" err="1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count_wanita</a:t>
            </a:r>
            <a:r>
              <a:rPr lang="en-US" sz="950" b="1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31" name="Google Shape;758;p75">
            <a:extLst>
              <a:ext uri="{FF2B5EF4-FFF2-40B4-BE49-F238E27FC236}">
                <a16:creationId xmlns:a16="http://schemas.microsoft.com/office/drawing/2014/main" id="{67C59661-F078-C9A5-4474-B7444AEC93D4}"/>
              </a:ext>
            </a:extLst>
          </p:cNvPr>
          <p:cNvSpPr txBox="1"/>
          <p:nvPr/>
        </p:nvSpPr>
        <p:spPr>
          <a:xfrm>
            <a:off x="1193737" y="2202072"/>
            <a:ext cx="748500" cy="1769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74" b="1" i="0" u="none" strike="noStrike" cap="none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2874" b="1" i="0" u="none" strike="noStrike" cap="none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</a:t>
            </a:r>
            <a:r>
              <a:rPr lang="en-US" sz="287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_vis_pns</a:t>
            </a:r>
            <a:r>
              <a:rPr lang="en-US" sz="287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dirty="0"/>
          </a:p>
        </p:txBody>
      </p:sp>
      <p:sp>
        <p:nvSpPr>
          <p:cNvPr id="32" name="Google Shape;759;p75">
            <a:extLst>
              <a:ext uri="{FF2B5EF4-FFF2-40B4-BE49-F238E27FC236}">
                <a16:creationId xmlns:a16="http://schemas.microsoft.com/office/drawing/2014/main" id="{BD23303C-CC4F-3734-B5B3-58AE632B29D2}"/>
              </a:ext>
            </a:extLst>
          </p:cNvPr>
          <p:cNvSpPr txBox="1"/>
          <p:nvPr/>
        </p:nvSpPr>
        <p:spPr>
          <a:xfrm>
            <a:off x="1100632" y="2462965"/>
            <a:ext cx="510300" cy="409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1000" b="1" i="0" u="none" strike="noStrike" cap="none" dirty="0" err="1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count_pns</a:t>
            </a:r>
            <a:r>
              <a:rPr lang="en-US" sz="1000" b="1" i="0" u="none" strike="noStrike" cap="none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33" name="Google Shape;760;p75">
            <a:extLst>
              <a:ext uri="{FF2B5EF4-FFF2-40B4-BE49-F238E27FC236}">
                <a16:creationId xmlns:a16="http://schemas.microsoft.com/office/drawing/2014/main" id="{7DBE01E0-F2E0-5BD2-1A44-0A05457F350C}"/>
              </a:ext>
            </a:extLst>
          </p:cNvPr>
          <p:cNvSpPr txBox="1"/>
          <p:nvPr/>
        </p:nvSpPr>
        <p:spPr>
          <a:xfrm>
            <a:off x="341543" y="2642025"/>
            <a:ext cx="23211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Autofit/>
          </a:bodyPr>
          <a:lstStyle/>
          <a:p>
            <a:pPr marL="0" marR="0" lvl="0" indent="0" algn="ctr" rtl="0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761;p75">
            <a:extLst>
              <a:ext uri="{FF2B5EF4-FFF2-40B4-BE49-F238E27FC236}">
                <a16:creationId xmlns:a16="http://schemas.microsoft.com/office/drawing/2014/main" id="{7141F064-F88B-B9E1-71CF-35E19326FF52}"/>
              </a:ext>
            </a:extLst>
          </p:cNvPr>
          <p:cNvSpPr txBox="1"/>
          <p:nvPr/>
        </p:nvSpPr>
        <p:spPr>
          <a:xfrm>
            <a:off x="185636" y="1328564"/>
            <a:ext cx="12240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3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2F5597"/>
                </a:solidFill>
                <a:latin typeface="League Spartan"/>
                <a:sym typeface="League Spartan"/>
              </a:rPr>
              <a:t>{</a:t>
            </a:r>
            <a:r>
              <a:rPr lang="en-US" sz="2000" b="1" dirty="0" err="1">
                <a:solidFill>
                  <a:srgbClr val="2F5597"/>
                </a:solidFill>
                <a:latin typeface="League Spartan"/>
                <a:sym typeface="League Spartan"/>
              </a:rPr>
              <a:t>total_jenis_asn</a:t>
            </a:r>
            <a:r>
              <a:rPr lang="en-US" sz="2000" b="1" dirty="0">
                <a:solidFill>
                  <a:srgbClr val="2F5597"/>
                </a:solidFill>
                <a:latin typeface="League Spartan"/>
                <a:sym typeface="League Spartan"/>
              </a:rPr>
              <a:t>}</a:t>
            </a:r>
            <a:endParaRPr dirty="0"/>
          </a:p>
        </p:txBody>
      </p:sp>
      <p:sp>
        <p:nvSpPr>
          <p:cNvPr id="35" name="Google Shape;762;p75">
            <a:extLst>
              <a:ext uri="{FF2B5EF4-FFF2-40B4-BE49-F238E27FC236}">
                <a16:creationId xmlns:a16="http://schemas.microsoft.com/office/drawing/2014/main" id="{0DE096E4-6F16-FE4D-3F99-F2A70CAC1757}"/>
              </a:ext>
            </a:extLst>
          </p:cNvPr>
          <p:cNvSpPr txBox="1"/>
          <p:nvPr/>
        </p:nvSpPr>
        <p:spPr>
          <a:xfrm>
            <a:off x="1267568" y="1303372"/>
            <a:ext cx="1417500" cy="410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26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Jumlah ASN yang terdiri dari PNS dan PPPK </a:t>
            </a:r>
            <a:r>
              <a:rPr lang="en-US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 {instansi_1} </a:t>
            </a:r>
            <a:r>
              <a:rPr lang="id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</a:t>
            </a:r>
            <a:r>
              <a:rPr lang="en-US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{</a:t>
            </a:r>
            <a:r>
              <a:rPr lang="en-US" sz="7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tanggal_data</a:t>
            </a:r>
            <a:r>
              <a:rPr lang="en-US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 sz="1300" dirty="0"/>
          </a:p>
        </p:txBody>
      </p:sp>
      <p:sp>
        <p:nvSpPr>
          <p:cNvPr id="36" name="Google Shape;763;p75">
            <a:extLst>
              <a:ext uri="{FF2B5EF4-FFF2-40B4-BE49-F238E27FC236}">
                <a16:creationId xmlns:a16="http://schemas.microsoft.com/office/drawing/2014/main" id="{AF7B4AA4-CB8F-30EB-15A8-78C2102F1D97}"/>
              </a:ext>
            </a:extLst>
          </p:cNvPr>
          <p:cNvSpPr txBox="1"/>
          <p:nvPr/>
        </p:nvSpPr>
        <p:spPr>
          <a:xfrm>
            <a:off x="2007397" y="2469818"/>
            <a:ext cx="576300" cy="409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3000"/>
              </a:lnSpc>
            </a:pPr>
            <a:r>
              <a:rPr lang="en-US" sz="1000" b="1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1000" b="1" dirty="0" err="1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count_pppk</a:t>
            </a:r>
            <a:r>
              <a:rPr lang="en-US" sz="1000" b="1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  <a:endParaRPr lang="en-US" sz="1000" b="1" i="0" u="none" strike="noStrike" cap="none" dirty="0">
              <a:solidFill>
                <a:srgbClr val="7F7F7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" name="Google Shape;764;p75">
            <a:extLst>
              <a:ext uri="{FF2B5EF4-FFF2-40B4-BE49-F238E27FC236}">
                <a16:creationId xmlns:a16="http://schemas.microsoft.com/office/drawing/2014/main" id="{9E1806E9-8B6D-2C12-C152-8F7634264430}"/>
              </a:ext>
            </a:extLst>
          </p:cNvPr>
          <p:cNvSpPr/>
          <p:nvPr/>
        </p:nvSpPr>
        <p:spPr>
          <a:xfrm>
            <a:off x="1107379" y="1905136"/>
            <a:ext cx="656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PNS</a:t>
            </a:r>
            <a:endParaRPr dirty="0"/>
          </a:p>
        </p:txBody>
      </p:sp>
      <p:sp>
        <p:nvSpPr>
          <p:cNvPr id="38" name="Google Shape;765;p75">
            <a:extLst>
              <a:ext uri="{FF2B5EF4-FFF2-40B4-BE49-F238E27FC236}">
                <a16:creationId xmlns:a16="http://schemas.microsoft.com/office/drawing/2014/main" id="{D2292FBD-3504-63E9-74A0-4CB2942C7575}"/>
              </a:ext>
            </a:extLst>
          </p:cNvPr>
          <p:cNvSpPr/>
          <p:nvPr/>
        </p:nvSpPr>
        <p:spPr>
          <a:xfrm>
            <a:off x="1890531" y="1899893"/>
            <a:ext cx="7692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PPPK</a:t>
            </a:r>
            <a:endParaRPr/>
          </a:p>
        </p:txBody>
      </p:sp>
      <p:sp>
        <p:nvSpPr>
          <p:cNvPr id="39" name="Google Shape;766;p75">
            <a:extLst>
              <a:ext uri="{FF2B5EF4-FFF2-40B4-BE49-F238E27FC236}">
                <a16:creationId xmlns:a16="http://schemas.microsoft.com/office/drawing/2014/main" id="{B9610138-B09C-E1EC-BA1C-72EF2A625A60}"/>
              </a:ext>
            </a:extLst>
          </p:cNvPr>
          <p:cNvSpPr/>
          <p:nvPr/>
        </p:nvSpPr>
        <p:spPr>
          <a:xfrm>
            <a:off x="278898" y="2842051"/>
            <a:ext cx="2499300" cy="15717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767;p75">
            <a:extLst>
              <a:ext uri="{FF2B5EF4-FFF2-40B4-BE49-F238E27FC236}">
                <a16:creationId xmlns:a16="http://schemas.microsoft.com/office/drawing/2014/main" id="{083DCBD0-73DA-C322-D4C9-66E1A4C8AEBE}"/>
              </a:ext>
            </a:extLst>
          </p:cNvPr>
          <p:cNvSpPr/>
          <p:nvPr/>
        </p:nvSpPr>
        <p:spPr>
          <a:xfrm>
            <a:off x="365721" y="2886720"/>
            <a:ext cx="1730400" cy="234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MASA KERJA </a:t>
            </a:r>
            <a:r>
              <a:rPr lang="id" sz="7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(TAHUN)</a:t>
            </a:r>
            <a:endParaRPr sz="105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769;p75">
            <a:extLst>
              <a:ext uri="{FF2B5EF4-FFF2-40B4-BE49-F238E27FC236}">
                <a16:creationId xmlns:a16="http://schemas.microsoft.com/office/drawing/2014/main" id="{6E052865-27B9-F086-74CA-D6031D56C938}"/>
              </a:ext>
            </a:extLst>
          </p:cNvPr>
          <p:cNvSpPr/>
          <p:nvPr/>
        </p:nvSpPr>
        <p:spPr>
          <a:xfrm>
            <a:off x="2963212" y="2060455"/>
            <a:ext cx="274071" cy="511960"/>
          </a:xfrm>
          <a:custGeom>
            <a:avLst/>
            <a:gdLst/>
            <a:ahLst/>
            <a:cxnLst/>
            <a:rect l="l" t="t" r="r" b="b"/>
            <a:pathLst>
              <a:path w="589400" h="1100990" extrusionOk="0">
                <a:moveTo>
                  <a:pt x="0" y="0"/>
                </a:moveTo>
                <a:lnTo>
                  <a:pt x="589400" y="0"/>
                </a:lnTo>
                <a:lnTo>
                  <a:pt x="589400" y="1100990"/>
                </a:lnTo>
                <a:lnTo>
                  <a:pt x="0" y="11009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r="-112269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770;p75">
            <a:extLst>
              <a:ext uri="{FF2B5EF4-FFF2-40B4-BE49-F238E27FC236}">
                <a16:creationId xmlns:a16="http://schemas.microsoft.com/office/drawing/2014/main" id="{D11ADF0C-4067-DEB6-D1A6-E579A7752FF6}"/>
              </a:ext>
            </a:extLst>
          </p:cNvPr>
          <p:cNvSpPr/>
          <p:nvPr/>
        </p:nvSpPr>
        <p:spPr>
          <a:xfrm>
            <a:off x="2971766" y="1303385"/>
            <a:ext cx="230559" cy="536733"/>
          </a:xfrm>
          <a:custGeom>
            <a:avLst/>
            <a:gdLst/>
            <a:ahLst/>
            <a:cxnLst/>
            <a:rect l="l" t="t" r="r" b="b"/>
            <a:pathLst>
              <a:path w="472941" h="1100990" extrusionOk="0">
                <a:moveTo>
                  <a:pt x="0" y="0"/>
                </a:moveTo>
                <a:lnTo>
                  <a:pt x="472941" y="0"/>
                </a:lnTo>
                <a:lnTo>
                  <a:pt x="472941" y="1100990"/>
                </a:lnTo>
                <a:lnTo>
                  <a:pt x="0" y="11009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l="-164536"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Google Shape;771;p75">
            <a:extLst>
              <a:ext uri="{FF2B5EF4-FFF2-40B4-BE49-F238E27FC236}">
                <a16:creationId xmlns:a16="http://schemas.microsoft.com/office/drawing/2014/main" id="{EA7125C7-41B8-8E8E-B1B4-FDA8A8348500}"/>
              </a:ext>
            </a:extLst>
          </p:cNvPr>
          <p:cNvSpPr/>
          <p:nvPr/>
        </p:nvSpPr>
        <p:spPr>
          <a:xfrm>
            <a:off x="4205490" y="1218787"/>
            <a:ext cx="4832700" cy="15153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772;p75">
            <a:extLst>
              <a:ext uri="{FF2B5EF4-FFF2-40B4-BE49-F238E27FC236}">
                <a16:creationId xmlns:a16="http://schemas.microsoft.com/office/drawing/2014/main" id="{8F33DB7A-874C-EE75-3B0A-28C5C9F1C379}"/>
              </a:ext>
            </a:extLst>
          </p:cNvPr>
          <p:cNvSpPr/>
          <p:nvPr/>
        </p:nvSpPr>
        <p:spPr>
          <a:xfrm>
            <a:off x="4372807" y="1273166"/>
            <a:ext cx="1248600" cy="249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PENDIDIKAN</a:t>
            </a:r>
            <a:endParaRPr sz="105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773;p75">
            <a:extLst>
              <a:ext uri="{FF2B5EF4-FFF2-40B4-BE49-F238E27FC236}">
                <a16:creationId xmlns:a16="http://schemas.microsoft.com/office/drawing/2014/main" id="{4F11AFBE-44FC-BF3D-982C-515DFA5AF63B}"/>
              </a:ext>
            </a:extLst>
          </p:cNvPr>
          <p:cNvSpPr/>
          <p:nvPr/>
        </p:nvSpPr>
        <p:spPr>
          <a:xfrm>
            <a:off x="8550248" y="943535"/>
            <a:ext cx="556863" cy="558896"/>
          </a:xfrm>
          <a:custGeom>
            <a:avLst/>
            <a:gdLst/>
            <a:ahLst/>
            <a:cxnLst/>
            <a:rect l="l" t="t" r="r" b="b"/>
            <a:pathLst>
              <a:path w="1113727" h="1117792" extrusionOk="0">
                <a:moveTo>
                  <a:pt x="0" y="0"/>
                </a:moveTo>
                <a:lnTo>
                  <a:pt x="1113728" y="0"/>
                </a:lnTo>
                <a:lnTo>
                  <a:pt x="1113728" y="1117792"/>
                </a:lnTo>
                <a:lnTo>
                  <a:pt x="0" y="11177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 amt="89000"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Google Shape;774;p75">
            <a:extLst>
              <a:ext uri="{FF2B5EF4-FFF2-40B4-BE49-F238E27FC236}">
                <a16:creationId xmlns:a16="http://schemas.microsoft.com/office/drawing/2014/main" id="{CD0B6BF7-FEC9-9BB8-1032-C335E526B975}"/>
              </a:ext>
            </a:extLst>
          </p:cNvPr>
          <p:cNvSpPr/>
          <p:nvPr/>
        </p:nvSpPr>
        <p:spPr>
          <a:xfrm>
            <a:off x="2868279" y="2837246"/>
            <a:ext cx="1922100" cy="15717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775;p75">
            <a:extLst>
              <a:ext uri="{FF2B5EF4-FFF2-40B4-BE49-F238E27FC236}">
                <a16:creationId xmlns:a16="http://schemas.microsoft.com/office/drawing/2014/main" id="{A5BF0550-820D-B449-B53E-FEF40E4AD3A1}"/>
              </a:ext>
            </a:extLst>
          </p:cNvPr>
          <p:cNvSpPr/>
          <p:nvPr/>
        </p:nvSpPr>
        <p:spPr>
          <a:xfrm>
            <a:off x="2993627" y="2881915"/>
            <a:ext cx="1730400" cy="234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USIA </a:t>
            </a:r>
            <a:r>
              <a:rPr lang="id" sz="7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(TAHUN)</a:t>
            </a:r>
            <a:endParaRPr sz="105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777;p75">
            <a:extLst>
              <a:ext uri="{FF2B5EF4-FFF2-40B4-BE49-F238E27FC236}">
                <a16:creationId xmlns:a16="http://schemas.microsoft.com/office/drawing/2014/main" id="{E9919BED-5782-2E96-CCC6-F6502079B8B5}"/>
              </a:ext>
            </a:extLst>
          </p:cNvPr>
          <p:cNvSpPr/>
          <p:nvPr/>
        </p:nvSpPr>
        <p:spPr>
          <a:xfrm>
            <a:off x="4918880" y="2831802"/>
            <a:ext cx="4119300" cy="15717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778;p75">
            <a:extLst>
              <a:ext uri="{FF2B5EF4-FFF2-40B4-BE49-F238E27FC236}">
                <a16:creationId xmlns:a16="http://schemas.microsoft.com/office/drawing/2014/main" id="{C1181479-1D69-1356-EC26-C558833B3560}"/>
              </a:ext>
            </a:extLst>
          </p:cNvPr>
          <p:cNvSpPr/>
          <p:nvPr/>
        </p:nvSpPr>
        <p:spPr>
          <a:xfrm>
            <a:off x="5000583" y="2899205"/>
            <a:ext cx="1730400" cy="234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JABATAN ASN</a:t>
            </a:r>
            <a:endParaRPr sz="105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" name="Google Shape;779;p75">
            <a:extLst>
              <a:ext uri="{FF2B5EF4-FFF2-40B4-BE49-F238E27FC236}">
                <a16:creationId xmlns:a16="http://schemas.microsoft.com/office/drawing/2014/main" id="{3C552538-8147-03BC-0400-839B65607A38}"/>
              </a:ext>
            </a:extLst>
          </p:cNvPr>
          <p:cNvGrpSpPr/>
          <p:nvPr/>
        </p:nvGrpSpPr>
        <p:grpSpPr>
          <a:xfrm>
            <a:off x="5039331" y="3161920"/>
            <a:ext cx="1083900" cy="385051"/>
            <a:chOff x="5675942" y="3762897"/>
            <a:chExt cx="2167800" cy="770102"/>
          </a:xfrm>
        </p:grpSpPr>
        <p:sp>
          <p:nvSpPr>
            <p:cNvPr id="51" name="Google Shape;780;p75">
              <a:extLst>
                <a:ext uri="{FF2B5EF4-FFF2-40B4-BE49-F238E27FC236}">
                  <a16:creationId xmlns:a16="http://schemas.microsoft.com/office/drawing/2014/main" id="{DE7ED06A-DC22-0E9E-AF4C-300E9F13B85F}"/>
                </a:ext>
              </a:extLst>
            </p:cNvPr>
            <p:cNvSpPr/>
            <p:nvPr/>
          </p:nvSpPr>
          <p:spPr>
            <a:xfrm>
              <a:off x="5675942" y="3887399"/>
              <a:ext cx="2167800" cy="645600"/>
            </a:xfrm>
            <a:prstGeom prst="roundRect">
              <a:avLst>
                <a:gd name="adj" fmla="val 16667"/>
              </a:avLst>
            </a:prstGeom>
            <a:solidFill>
              <a:srgbClr val="FBFED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781;p75">
              <a:extLst>
                <a:ext uri="{FF2B5EF4-FFF2-40B4-BE49-F238E27FC236}">
                  <a16:creationId xmlns:a16="http://schemas.microsoft.com/office/drawing/2014/main" id="{83F0960C-FDBE-BC72-0BF5-6D0C945AF191}"/>
                </a:ext>
              </a:extLst>
            </p:cNvPr>
            <p:cNvSpPr txBox="1"/>
            <p:nvPr/>
          </p:nvSpPr>
          <p:spPr>
            <a:xfrm>
              <a:off x="5776562" y="3762897"/>
              <a:ext cx="19326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2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d" sz="900" b="1" i="0" u="none" strike="noStrike" cap="none" dirty="0">
                  <a:solidFill>
                    <a:srgbClr val="259CD7"/>
                  </a:solidFill>
                  <a:latin typeface="Arial"/>
                  <a:ea typeface="Arial"/>
                  <a:cs typeface="Arial"/>
                  <a:sym typeface="Arial"/>
                </a:rPr>
                <a:t>STRUKTURAL</a:t>
              </a:r>
              <a:endParaRPr dirty="0"/>
            </a:p>
          </p:txBody>
        </p:sp>
      </p:grpSp>
      <p:grpSp>
        <p:nvGrpSpPr>
          <p:cNvPr id="53" name="Google Shape;783;p75">
            <a:extLst>
              <a:ext uri="{FF2B5EF4-FFF2-40B4-BE49-F238E27FC236}">
                <a16:creationId xmlns:a16="http://schemas.microsoft.com/office/drawing/2014/main" id="{A16993F8-832D-5E0A-BC6D-12B51D24C1E4}"/>
              </a:ext>
            </a:extLst>
          </p:cNvPr>
          <p:cNvGrpSpPr/>
          <p:nvPr/>
        </p:nvGrpSpPr>
        <p:grpSpPr>
          <a:xfrm>
            <a:off x="6395656" y="3161920"/>
            <a:ext cx="1083716" cy="380303"/>
            <a:chOff x="10032515" y="3811008"/>
            <a:chExt cx="1694100" cy="760606"/>
          </a:xfrm>
        </p:grpSpPr>
        <p:sp>
          <p:nvSpPr>
            <p:cNvPr id="54" name="Google Shape;784;p75">
              <a:extLst>
                <a:ext uri="{FF2B5EF4-FFF2-40B4-BE49-F238E27FC236}">
                  <a16:creationId xmlns:a16="http://schemas.microsoft.com/office/drawing/2014/main" id="{F06E16EE-2602-8D6B-7FD2-19D57CBAB2F6}"/>
                </a:ext>
              </a:extLst>
            </p:cNvPr>
            <p:cNvSpPr/>
            <p:nvPr/>
          </p:nvSpPr>
          <p:spPr>
            <a:xfrm>
              <a:off x="10032515" y="3926014"/>
              <a:ext cx="1694100" cy="645600"/>
            </a:xfrm>
            <a:prstGeom prst="roundRect">
              <a:avLst>
                <a:gd name="adj" fmla="val 16667"/>
              </a:avLst>
            </a:prstGeom>
            <a:solidFill>
              <a:srgbClr val="DC1457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785;p75">
              <a:extLst>
                <a:ext uri="{FF2B5EF4-FFF2-40B4-BE49-F238E27FC236}">
                  <a16:creationId xmlns:a16="http://schemas.microsoft.com/office/drawing/2014/main" id="{6A64708C-50C4-BF1F-F60C-154F7BA3AD90}"/>
                </a:ext>
              </a:extLst>
            </p:cNvPr>
            <p:cNvSpPr txBox="1"/>
            <p:nvPr/>
          </p:nvSpPr>
          <p:spPr>
            <a:xfrm>
              <a:off x="10152474" y="3811008"/>
              <a:ext cx="15003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2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d" sz="900" b="1" i="0" u="none" strike="noStrike" cap="none" dirty="0">
                  <a:solidFill>
                    <a:srgbClr val="259CD7"/>
                  </a:solidFill>
                  <a:latin typeface="Arial"/>
                  <a:ea typeface="Arial"/>
                  <a:cs typeface="Arial"/>
                  <a:sym typeface="Arial"/>
                </a:rPr>
                <a:t>FUNGSIONAL</a:t>
              </a:r>
              <a:endParaRPr dirty="0"/>
            </a:p>
          </p:txBody>
        </p:sp>
      </p:grpSp>
      <p:grpSp>
        <p:nvGrpSpPr>
          <p:cNvPr id="56" name="Google Shape;787;p75">
            <a:extLst>
              <a:ext uri="{FF2B5EF4-FFF2-40B4-BE49-F238E27FC236}">
                <a16:creationId xmlns:a16="http://schemas.microsoft.com/office/drawing/2014/main" id="{C5C7EBE4-F300-8E53-037F-B360F8443ADE}"/>
              </a:ext>
            </a:extLst>
          </p:cNvPr>
          <p:cNvGrpSpPr/>
          <p:nvPr/>
        </p:nvGrpSpPr>
        <p:grpSpPr>
          <a:xfrm>
            <a:off x="7787356" y="3159734"/>
            <a:ext cx="1083716" cy="380558"/>
            <a:chOff x="10106367" y="4756818"/>
            <a:chExt cx="1694100" cy="761116"/>
          </a:xfrm>
        </p:grpSpPr>
        <p:sp>
          <p:nvSpPr>
            <p:cNvPr id="57" name="Google Shape;788;p75">
              <a:extLst>
                <a:ext uri="{FF2B5EF4-FFF2-40B4-BE49-F238E27FC236}">
                  <a16:creationId xmlns:a16="http://schemas.microsoft.com/office/drawing/2014/main" id="{E5FE06F6-E52C-3E4A-C9C7-B079392ED131}"/>
                </a:ext>
              </a:extLst>
            </p:cNvPr>
            <p:cNvSpPr/>
            <p:nvPr/>
          </p:nvSpPr>
          <p:spPr>
            <a:xfrm>
              <a:off x="10106367" y="4872334"/>
              <a:ext cx="1694100" cy="645600"/>
            </a:xfrm>
            <a:prstGeom prst="roundRect">
              <a:avLst>
                <a:gd name="adj" fmla="val 16667"/>
              </a:avLst>
            </a:prstGeom>
            <a:solidFill>
              <a:srgbClr val="0C5ADB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790;p75">
              <a:extLst>
                <a:ext uri="{FF2B5EF4-FFF2-40B4-BE49-F238E27FC236}">
                  <a16:creationId xmlns:a16="http://schemas.microsoft.com/office/drawing/2014/main" id="{B787A88F-CC3D-C1BB-0AD4-C55368324C61}"/>
                </a:ext>
              </a:extLst>
            </p:cNvPr>
            <p:cNvSpPr txBox="1"/>
            <p:nvPr/>
          </p:nvSpPr>
          <p:spPr>
            <a:xfrm>
              <a:off x="10219723" y="4756818"/>
              <a:ext cx="15003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2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d" sz="900" b="1" i="0" u="none" strike="noStrike" cap="none" dirty="0">
                  <a:solidFill>
                    <a:srgbClr val="259CD7"/>
                  </a:solidFill>
                  <a:latin typeface="Arial"/>
                  <a:ea typeface="Arial"/>
                  <a:cs typeface="Arial"/>
                  <a:sym typeface="Arial"/>
                </a:rPr>
                <a:t>PELAKSANA</a:t>
              </a:r>
              <a:endParaRPr dirty="0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E92956C-008B-AFAE-4407-3C662907CA8F}"/>
              </a:ext>
            </a:extLst>
          </p:cNvPr>
          <p:cNvSpPr txBox="1"/>
          <p:nvPr/>
        </p:nvSpPr>
        <p:spPr>
          <a:xfrm>
            <a:off x="4554526" y="2456418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SD - SMA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A74CF02-8481-95FD-05FD-ECF7A94C90E8}"/>
              </a:ext>
            </a:extLst>
          </p:cNvPr>
          <p:cNvSpPr txBox="1"/>
          <p:nvPr/>
        </p:nvSpPr>
        <p:spPr>
          <a:xfrm>
            <a:off x="5380074" y="2454546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DI - DIII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5C5FB79-2D85-692D-C669-7687AAC4B1B5}"/>
              </a:ext>
            </a:extLst>
          </p:cNvPr>
          <p:cNvSpPr txBox="1"/>
          <p:nvPr/>
        </p:nvSpPr>
        <p:spPr>
          <a:xfrm>
            <a:off x="6174706" y="2455200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DIV/S1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F73FB4E-7BBF-F502-50F2-09D63603668E}"/>
              </a:ext>
            </a:extLst>
          </p:cNvPr>
          <p:cNvSpPr txBox="1"/>
          <p:nvPr/>
        </p:nvSpPr>
        <p:spPr>
          <a:xfrm>
            <a:off x="6981788" y="2455200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96903B-C356-C593-FAF8-9AE32B330320}"/>
              </a:ext>
            </a:extLst>
          </p:cNvPr>
          <p:cNvSpPr txBox="1"/>
          <p:nvPr/>
        </p:nvSpPr>
        <p:spPr>
          <a:xfrm>
            <a:off x="7813734" y="2455200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S3</a:t>
            </a: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D7A18997-8B7F-11F5-1B1B-C7204F690FC4}"/>
              </a:ext>
            </a:extLst>
          </p:cNvPr>
          <p:cNvSpPr txBox="1"/>
          <p:nvPr/>
        </p:nvSpPr>
        <p:spPr>
          <a:xfrm>
            <a:off x="6443054" y="3338154"/>
            <a:ext cx="594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{</a:t>
            </a:r>
            <a:r>
              <a:rPr lang="en-US" sz="800" b="1" dirty="0" err="1"/>
              <a:t>count_fungsional</a:t>
            </a:r>
            <a:r>
              <a:rPr lang="en-US" sz="800" b="1" dirty="0"/>
              <a:t>}</a:t>
            </a: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00956146-143A-3374-1416-4D8811EAF3FE}"/>
              </a:ext>
            </a:extLst>
          </p:cNvPr>
          <p:cNvSpPr txBox="1"/>
          <p:nvPr/>
        </p:nvSpPr>
        <p:spPr>
          <a:xfrm>
            <a:off x="6911832" y="3336712"/>
            <a:ext cx="4593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({</a:t>
            </a:r>
            <a:r>
              <a:rPr lang="en-US" sz="800" b="1" dirty="0" err="1"/>
              <a:t>persentase_vis_fungsional</a:t>
            </a:r>
            <a:r>
              <a:rPr lang="en-US" sz="800" b="1" dirty="0"/>
              <a:t>})</a:t>
            </a:r>
          </a:p>
        </p:txBody>
      </p:sp>
      <p:sp>
        <p:nvSpPr>
          <p:cNvPr id="1026" name="TextBox 1025">
            <a:extLst>
              <a:ext uri="{FF2B5EF4-FFF2-40B4-BE49-F238E27FC236}">
                <a16:creationId xmlns:a16="http://schemas.microsoft.com/office/drawing/2014/main" id="{546C936A-C3C0-1465-54F8-FBD3C63BA3AA}"/>
              </a:ext>
            </a:extLst>
          </p:cNvPr>
          <p:cNvSpPr txBox="1"/>
          <p:nvPr/>
        </p:nvSpPr>
        <p:spPr>
          <a:xfrm>
            <a:off x="5130094" y="3338153"/>
            <a:ext cx="558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{</a:t>
            </a:r>
            <a:r>
              <a:rPr lang="en-US" sz="800" b="1" dirty="0" err="1"/>
              <a:t>count_struktural</a:t>
            </a:r>
            <a:r>
              <a:rPr lang="en-US" sz="800" b="1" dirty="0"/>
              <a:t>}</a:t>
            </a:r>
          </a:p>
        </p:txBody>
      </p:sp>
      <p:sp>
        <p:nvSpPr>
          <p:cNvPr id="1027" name="TextBox 1026">
            <a:extLst>
              <a:ext uri="{FF2B5EF4-FFF2-40B4-BE49-F238E27FC236}">
                <a16:creationId xmlns:a16="http://schemas.microsoft.com/office/drawing/2014/main" id="{98CEA737-C1B2-7085-21BA-BA0A6F4D03B9}"/>
              </a:ext>
            </a:extLst>
          </p:cNvPr>
          <p:cNvSpPr txBox="1"/>
          <p:nvPr/>
        </p:nvSpPr>
        <p:spPr>
          <a:xfrm>
            <a:off x="5491204" y="3336711"/>
            <a:ext cx="4593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({</a:t>
            </a:r>
            <a:r>
              <a:rPr lang="en-US" sz="800" b="1" dirty="0" err="1"/>
              <a:t>persentase_vis_struktural</a:t>
            </a:r>
            <a:r>
              <a:rPr lang="en-US" sz="800" b="1" dirty="0"/>
              <a:t>})</a:t>
            </a:r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17D15F7C-35FE-8612-49CB-39BF85EFABFF}"/>
              </a:ext>
            </a:extLst>
          </p:cNvPr>
          <p:cNvSpPr txBox="1"/>
          <p:nvPr/>
        </p:nvSpPr>
        <p:spPr>
          <a:xfrm>
            <a:off x="7857008" y="3338153"/>
            <a:ext cx="5675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{</a:t>
            </a:r>
            <a:r>
              <a:rPr lang="en-US" sz="800" b="1" dirty="0" err="1"/>
              <a:t>count_pelaksana</a:t>
            </a:r>
            <a:r>
              <a:rPr lang="en-US" sz="800" b="1" dirty="0"/>
              <a:t>}</a:t>
            </a:r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09E4CE27-9725-0D56-79EB-B2676945934B}"/>
              </a:ext>
            </a:extLst>
          </p:cNvPr>
          <p:cNvSpPr txBox="1"/>
          <p:nvPr/>
        </p:nvSpPr>
        <p:spPr>
          <a:xfrm>
            <a:off x="8299243" y="3336711"/>
            <a:ext cx="4593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({</a:t>
            </a:r>
            <a:r>
              <a:rPr lang="en-US" sz="800" b="1" dirty="0" err="1"/>
              <a:t>persentase_vis_pelaksana</a:t>
            </a:r>
            <a:r>
              <a:rPr lang="en-US" sz="800" b="1" dirty="0"/>
              <a:t>})</a:t>
            </a:r>
          </a:p>
        </p:txBody>
      </p:sp>
      <p:pic>
        <p:nvPicPr>
          <p:cNvPr id="1047" name="Picture 4">
            <a:extLst>
              <a:ext uri="{FF2B5EF4-FFF2-40B4-BE49-F238E27FC236}">
                <a16:creationId xmlns:a16="http://schemas.microsoft.com/office/drawing/2014/main" id="{89DD3802-0C36-8FEE-A813-CAE789682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3598" y="3639703"/>
            <a:ext cx="1245555" cy="108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Manajemen Talenta_07102025_Bandung</Template>
  <TotalTime>3950</TotalTime>
  <Words>168</Words>
  <Application>Microsoft Office PowerPoint</Application>
  <PresentationFormat>On-screen Show (16:9)</PresentationFormat>
  <Paragraphs>38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Calibri</vt:lpstr>
      <vt:lpstr>Montserrat</vt:lpstr>
      <vt:lpstr>Anton</vt:lpstr>
      <vt:lpstr>Poppins</vt:lpstr>
      <vt:lpstr>Open Sans</vt:lpstr>
      <vt:lpstr>Barlow Condensed</vt:lpstr>
      <vt:lpstr>Arial</vt:lpstr>
      <vt:lpstr>Montserrat SemiBold</vt:lpstr>
      <vt:lpstr>League Spartan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Dinda Fahrani</dc:creator>
  <cp:lastModifiedBy>yofa</cp:lastModifiedBy>
  <cp:revision>57</cp:revision>
  <dcterms:modified xsi:type="dcterms:W3CDTF">2025-10-07T06:34:19Z</dcterms:modified>
</cp:coreProperties>
</file>