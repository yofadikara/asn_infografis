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8288000" cy="10287000"/>
  <p:notesSz cx="6858000" cy="9144000"/>
  <p:embeddedFontLst>
    <p:embeddedFont>
      <p:font typeface="Arial Bold" panose="020B0704020202020204" pitchFamily="34" charset="0"/>
      <p:regular r:id="rId4"/>
      <p:bold r:id="rId5"/>
    </p:embeddedFont>
    <p:embeddedFont>
      <p:font typeface="Open Sans" panose="020B0606030504020204" pitchFamily="34" charset="0"/>
      <p:regular r:id="rId6"/>
      <p:bold r:id="rId7"/>
      <p:italic r:id="rId8"/>
      <p:boldItalic r:id="rId9"/>
    </p:embeddedFont>
    <p:embeddedFont>
      <p:font typeface="Open Sans Bold" panose="020B0806030504020204" charset="0"/>
      <p:regular r:id="rId10"/>
    </p:embeddedFont>
    <p:embeddedFont>
      <p:font typeface="Open Sans Bold Italics" panose="020B0604020202020204" charset="0"/>
      <p:regular r:id="rId1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457B"/>
    <a:srgbClr val="609DEE"/>
    <a:srgbClr val="DE1D5E"/>
    <a:srgbClr val="C9CACA"/>
    <a:srgbClr val="E0E0E0"/>
    <a:srgbClr val="E2E2E2"/>
    <a:srgbClr val="1C73E7"/>
    <a:srgbClr val="5C9D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BF4924B-D7DD-4756-B4CA-A2AD4DBF1A78}" v="2" dt="2026-06-02T02:02:39.4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216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3" Type="http://schemas.openxmlformats.org/officeDocument/2006/relationships/viewProps" Target="viewProps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font" Target="fonts/font8.fntdata"/><Relationship Id="rId5" Type="http://schemas.openxmlformats.org/officeDocument/2006/relationships/font" Target="fonts/font2.fntdata"/><Relationship Id="rId15" Type="http://schemas.openxmlformats.org/officeDocument/2006/relationships/tableStyles" Target="tableStyles.xml"/><Relationship Id="rId10" Type="http://schemas.openxmlformats.org/officeDocument/2006/relationships/font" Target="fonts/font7.fntdata"/><Relationship Id="rId4" Type="http://schemas.openxmlformats.org/officeDocument/2006/relationships/font" Target="fonts/font1.fntdata"/><Relationship Id="rId9" Type="http://schemas.openxmlformats.org/officeDocument/2006/relationships/font" Target="fonts/font6.fntdata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fadikara Nurrohman" userId="92e6fe32f2f0c507" providerId="LiveId" clId="{FDC5BF04-28D9-4B06-A8F3-DEC669F7CDC1}"/>
    <pc:docChg chg="undo redo custSel modSld">
      <pc:chgData name="Yofadikara Nurrohman" userId="92e6fe32f2f0c507" providerId="LiveId" clId="{FDC5BF04-28D9-4B06-A8F3-DEC669F7CDC1}" dt="2026-06-10T03:32:44.303" v="609" actId="207"/>
      <pc:docMkLst>
        <pc:docMk/>
      </pc:docMkLst>
      <pc:sldChg chg="addSp delSp modSp mod">
        <pc:chgData name="Yofadikara Nurrohman" userId="92e6fe32f2f0c507" providerId="LiveId" clId="{FDC5BF04-28D9-4B06-A8F3-DEC669F7CDC1}" dt="2026-06-10T03:32:44.303" v="609" actId="207"/>
        <pc:sldMkLst>
          <pc:docMk/>
          <pc:sldMk cId="0" sldId="256"/>
        </pc:sldMkLst>
        <pc:spChg chg="mod">
          <ac:chgData name="Yofadikara Nurrohman" userId="92e6fe32f2f0c507" providerId="LiveId" clId="{FDC5BF04-28D9-4B06-A8F3-DEC669F7CDC1}" dt="2026-06-02T02:02:46.056" v="551" actId="207"/>
          <ac:spMkLst>
            <pc:docMk/>
            <pc:sldMk cId="0" sldId="256"/>
            <ac:spMk id="4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02:46.056" v="551" actId="207"/>
          <ac:spMkLst>
            <pc:docMk/>
            <pc:sldMk cId="0" sldId="256"/>
            <ac:spMk id="5" creationId="{00000000-0000-0000-0000-000000000000}"/>
          </ac:spMkLst>
        </pc:spChg>
        <pc:spChg chg="mod ord topLvl">
          <ac:chgData name="Yofadikara Nurrohman" userId="92e6fe32f2f0c507" providerId="LiveId" clId="{FDC5BF04-28D9-4B06-A8F3-DEC669F7CDC1}" dt="2026-06-02T02:00:11.612" v="507" actId="208"/>
          <ac:spMkLst>
            <pc:docMk/>
            <pc:sldMk cId="0" sldId="256"/>
            <ac:spMk id="7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00:56.179" v="516" actId="207"/>
          <ac:spMkLst>
            <pc:docMk/>
            <pc:sldMk cId="0" sldId="256"/>
            <ac:spMk id="10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00:56.179" v="516" actId="207"/>
          <ac:spMkLst>
            <pc:docMk/>
            <pc:sldMk cId="0" sldId="256"/>
            <ac:spMk id="11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00:22.802" v="511" actId="208"/>
          <ac:spMkLst>
            <pc:docMk/>
            <pc:sldMk cId="0" sldId="256"/>
            <ac:spMk id="16" creationId="{00000000-0000-0000-0000-000000000000}"/>
          </ac:spMkLst>
        </pc:spChg>
        <pc:spChg chg="add mod ord">
          <ac:chgData name="Yofadikara Nurrohman" userId="92e6fe32f2f0c507" providerId="LiveId" clId="{FDC5BF04-28D9-4B06-A8F3-DEC669F7CDC1}" dt="2026-06-10T03:32:44.303" v="609" actId="207"/>
          <ac:spMkLst>
            <pc:docMk/>
            <pc:sldMk cId="0" sldId="256"/>
            <ac:spMk id="17" creationId="{1CC7C534-5D7D-0B64-DA68-FF17D8A9DE49}"/>
          </ac:spMkLst>
        </pc:spChg>
        <pc:spChg chg="mod">
          <ac:chgData name="Yofadikara Nurrohman" userId="92e6fe32f2f0c507" providerId="LiveId" clId="{FDC5BF04-28D9-4B06-A8F3-DEC669F7CDC1}" dt="2026-06-02T02:01:20.227" v="525" actId="207"/>
          <ac:spMkLst>
            <pc:docMk/>
            <pc:sldMk cId="0" sldId="256"/>
            <ac:spMk id="22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01:20.227" v="525" actId="207"/>
          <ac:spMkLst>
            <pc:docMk/>
            <pc:sldMk cId="0" sldId="256"/>
            <ac:spMk id="23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03:03.945" v="558" actId="207"/>
          <ac:spMkLst>
            <pc:docMk/>
            <pc:sldMk cId="0" sldId="256"/>
            <ac:spMk id="25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01:12.724" v="522" actId="207"/>
          <ac:spMkLst>
            <pc:docMk/>
            <pc:sldMk cId="0" sldId="256"/>
            <ac:spMk id="30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01:12.724" v="522" actId="207"/>
          <ac:spMkLst>
            <pc:docMk/>
            <pc:sldMk cId="0" sldId="256"/>
            <ac:spMk id="31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01:09.736" v="521" actId="207"/>
          <ac:spMkLst>
            <pc:docMk/>
            <pc:sldMk cId="0" sldId="256"/>
            <ac:spMk id="36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01:09.736" v="521" actId="207"/>
          <ac:spMkLst>
            <pc:docMk/>
            <pc:sldMk cId="0" sldId="256"/>
            <ac:spMk id="37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01:15.168" v="523" actId="207"/>
          <ac:spMkLst>
            <pc:docMk/>
            <pc:sldMk cId="0" sldId="256"/>
            <ac:spMk id="42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01:15.168" v="523" actId="207"/>
          <ac:spMkLst>
            <pc:docMk/>
            <pc:sldMk cId="0" sldId="256"/>
            <ac:spMk id="43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01:17.889" v="524" actId="207"/>
          <ac:spMkLst>
            <pc:docMk/>
            <pc:sldMk cId="0" sldId="256"/>
            <ac:spMk id="48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01:17.889" v="524" actId="207"/>
          <ac:spMkLst>
            <pc:docMk/>
            <pc:sldMk cId="0" sldId="256"/>
            <ac:spMk id="49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01:22.494" v="526" actId="207"/>
          <ac:spMkLst>
            <pc:docMk/>
            <pc:sldMk cId="0" sldId="256"/>
            <ac:spMk id="54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01:22.494" v="526" actId="207"/>
          <ac:spMkLst>
            <pc:docMk/>
            <pc:sldMk cId="0" sldId="256"/>
            <ac:spMk id="55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3T00:09:46.281" v="577" actId="207"/>
          <ac:spMkLst>
            <pc:docMk/>
            <pc:sldMk cId="0" sldId="256"/>
            <ac:spMk id="57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3T00:09:46.281" v="577" actId="207"/>
          <ac:spMkLst>
            <pc:docMk/>
            <pc:sldMk cId="0" sldId="256"/>
            <ac:spMk id="58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01:30.208" v="528" actId="207"/>
          <ac:spMkLst>
            <pc:docMk/>
            <pc:sldMk cId="0" sldId="256"/>
            <ac:spMk id="60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3T00:09:54.568" v="578" actId="207"/>
          <ac:spMkLst>
            <pc:docMk/>
            <pc:sldMk cId="0" sldId="256"/>
            <ac:spMk id="61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3T00:09:56.556" v="579" actId="207"/>
          <ac:spMkLst>
            <pc:docMk/>
            <pc:sldMk cId="0" sldId="256"/>
            <ac:spMk id="63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3T00:09:56.556" v="579" actId="207"/>
          <ac:spMkLst>
            <pc:docMk/>
            <pc:sldMk cId="0" sldId="256"/>
            <ac:spMk id="64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3T00:09:59.632" v="580" actId="207"/>
          <ac:spMkLst>
            <pc:docMk/>
            <pc:sldMk cId="0" sldId="256"/>
            <ac:spMk id="66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3T00:09:59.632" v="580" actId="207"/>
          <ac:spMkLst>
            <pc:docMk/>
            <pc:sldMk cId="0" sldId="256"/>
            <ac:spMk id="67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3T00:10:02.137" v="581" actId="207"/>
          <ac:spMkLst>
            <pc:docMk/>
            <pc:sldMk cId="0" sldId="256"/>
            <ac:spMk id="69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3T00:10:02.137" v="581" actId="207"/>
          <ac:spMkLst>
            <pc:docMk/>
            <pc:sldMk cId="0" sldId="256"/>
            <ac:spMk id="70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3T00:10:04.534" v="582" actId="207"/>
          <ac:spMkLst>
            <pc:docMk/>
            <pc:sldMk cId="0" sldId="256"/>
            <ac:spMk id="72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3T00:10:04.534" v="582" actId="207"/>
          <ac:spMkLst>
            <pc:docMk/>
            <pc:sldMk cId="0" sldId="256"/>
            <ac:spMk id="73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3T00:10:07.190" v="583" actId="207"/>
          <ac:spMkLst>
            <pc:docMk/>
            <pc:sldMk cId="0" sldId="256"/>
            <ac:spMk id="75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3T00:10:07.190" v="583" actId="207"/>
          <ac:spMkLst>
            <pc:docMk/>
            <pc:sldMk cId="0" sldId="256"/>
            <ac:spMk id="76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3T00:10:12.304" v="586" actId="207"/>
          <ac:spMkLst>
            <pc:docMk/>
            <pc:sldMk cId="0" sldId="256"/>
            <ac:spMk id="78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3T00:10:12.304" v="586" actId="207"/>
          <ac:spMkLst>
            <pc:docMk/>
            <pc:sldMk cId="0" sldId="256"/>
            <ac:spMk id="79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3T00:10:25.603" v="590" actId="207"/>
          <ac:spMkLst>
            <pc:docMk/>
            <pc:sldMk cId="0" sldId="256"/>
            <ac:spMk id="81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3T00:10:25.603" v="590" actId="207"/>
          <ac:spMkLst>
            <pc:docMk/>
            <pc:sldMk cId="0" sldId="256"/>
            <ac:spMk id="82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3T00:10:28.161" v="591" actId="207"/>
          <ac:spMkLst>
            <pc:docMk/>
            <pc:sldMk cId="0" sldId="256"/>
            <ac:spMk id="84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3T00:10:28.161" v="591" actId="207"/>
          <ac:spMkLst>
            <pc:docMk/>
            <pc:sldMk cId="0" sldId="256"/>
            <ac:spMk id="85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3T00:10:14.130" v="587" actId="207"/>
          <ac:spMkLst>
            <pc:docMk/>
            <pc:sldMk cId="0" sldId="256"/>
            <ac:spMk id="87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3T00:10:14.130" v="587" actId="207"/>
          <ac:spMkLst>
            <pc:docMk/>
            <pc:sldMk cId="0" sldId="256"/>
            <ac:spMk id="88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3T00:10:43.371" v="596" actId="207"/>
          <ac:spMkLst>
            <pc:docMk/>
            <pc:sldMk cId="0" sldId="256"/>
            <ac:spMk id="90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3T00:10:43.371" v="596" actId="207"/>
          <ac:spMkLst>
            <pc:docMk/>
            <pc:sldMk cId="0" sldId="256"/>
            <ac:spMk id="91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3T00:10:45.095" v="597" actId="207"/>
          <ac:spMkLst>
            <pc:docMk/>
            <pc:sldMk cId="0" sldId="256"/>
            <ac:spMk id="93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3T00:10:45.095" v="597" actId="207"/>
          <ac:spMkLst>
            <pc:docMk/>
            <pc:sldMk cId="0" sldId="256"/>
            <ac:spMk id="94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3T00:10:16.670" v="588" actId="207"/>
          <ac:spMkLst>
            <pc:docMk/>
            <pc:sldMk cId="0" sldId="256"/>
            <ac:spMk id="96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3T00:10:16.670" v="588" actId="207"/>
          <ac:spMkLst>
            <pc:docMk/>
            <pc:sldMk cId="0" sldId="256"/>
            <ac:spMk id="97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3T00:10:18.680" v="589" actId="207"/>
          <ac:spMkLst>
            <pc:docMk/>
            <pc:sldMk cId="0" sldId="256"/>
            <ac:spMk id="99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3T00:10:18.680" v="589" actId="207"/>
          <ac:spMkLst>
            <pc:docMk/>
            <pc:sldMk cId="0" sldId="256"/>
            <ac:spMk id="100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3T00:10:34.355" v="593" actId="207"/>
          <ac:spMkLst>
            <pc:docMk/>
            <pc:sldMk cId="0" sldId="256"/>
            <ac:spMk id="102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3T00:10:34.355" v="593" actId="207"/>
          <ac:spMkLst>
            <pc:docMk/>
            <pc:sldMk cId="0" sldId="256"/>
            <ac:spMk id="103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3T00:10:36.103" v="594" actId="207"/>
          <ac:spMkLst>
            <pc:docMk/>
            <pc:sldMk cId="0" sldId="256"/>
            <ac:spMk id="105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3T00:10:36.103" v="594" actId="207"/>
          <ac:spMkLst>
            <pc:docMk/>
            <pc:sldMk cId="0" sldId="256"/>
            <ac:spMk id="106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3T00:10:39.846" v="595" actId="207"/>
          <ac:spMkLst>
            <pc:docMk/>
            <pc:sldMk cId="0" sldId="256"/>
            <ac:spMk id="108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3T00:10:39.846" v="595" actId="207"/>
          <ac:spMkLst>
            <pc:docMk/>
            <pc:sldMk cId="0" sldId="256"/>
            <ac:spMk id="109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3T00:10:48.185" v="598" actId="207"/>
          <ac:spMkLst>
            <pc:docMk/>
            <pc:sldMk cId="0" sldId="256"/>
            <ac:spMk id="115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3T00:10:48.185" v="598" actId="207"/>
          <ac:spMkLst>
            <pc:docMk/>
            <pc:sldMk cId="0" sldId="256"/>
            <ac:spMk id="116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3T00:10:49.859" v="599" actId="207"/>
          <ac:spMkLst>
            <pc:docMk/>
            <pc:sldMk cId="0" sldId="256"/>
            <ac:spMk id="119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3T00:10:49.859" v="599" actId="207"/>
          <ac:spMkLst>
            <pc:docMk/>
            <pc:sldMk cId="0" sldId="256"/>
            <ac:spMk id="120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3T00:10:52.409" v="600" actId="207"/>
          <ac:spMkLst>
            <pc:docMk/>
            <pc:sldMk cId="0" sldId="256"/>
            <ac:spMk id="122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3T00:10:52.409" v="600" actId="207"/>
          <ac:spMkLst>
            <pc:docMk/>
            <pc:sldMk cId="0" sldId="256"/>
            <ac:spMk id="123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3T00:10:30.192" v="592" actId="207"/>
          <ac:spMkLst>
            <pc:docMk/>
            <pc:sldMk cId="0" sldId="256"/>
            <ac:spMk id="125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3T00:10:30.192" v="592" actId="207"/>
          <ac:spMkLst>
            <pc:docMk/>
            <pc:sldMk cId="0" sldId="256"/>
            <ac:spMk id="126" creationId="{00000000-0000-0000-0000-000000000000}"/>
          </ac:spMkLst>
        </pc:spChg>
        <pc:spChg chg="mod topLvl">
          <ac:chgData name="Yofadikara Nurrohman" userId="92e6fe32f2f0c507" providerId="LiveId" clId="{FDC5BF04-28D9-4B06-A8F3-DEC669F7CDC1}" dt="2026-06-02T02:00:18.009" v="509" actId="208"/>
          <ac:spMkLst>
            <pc:docMk/>
            <pc:sldMk cId="0" sldId="256"/>
            <ac:spMk id="128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03:01.073" v="557" actId="207"/>
          <ac:spMkLst>
            <pc:docMk/>
            <pc:sldMk cId="0" sldId="256"/>
            <ac:spMk id="131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03:01.073" v="557" actId="207"/>
          <ac:spMkLst>
            <pc:docMk/>
            <pc:sldMk cId="0" sldId="256"/>
            <ac:spMk id="132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01:03.665" v="519" actId="207"/>
          <ac:spMkLst>
            <pc:docMk/>
            <pc:sldMk cId="0" sldId="256"/>
            <ac:spMk id="141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01:03.665" v="519" actId="207"/>
          <ac:spMkLst>
            <pc:docMk/>
            <pc:sldMk cId="0" sldId="256"/>
            <ac:spMk id="142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02:58.591" v="556" actId="207"/>
          <ac:spMkLst>
            <pc:docMk/>
            <pc:sldMk cId="0" sldId="256"/>
            <ac:spMk id="151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02:58.591" v="556" actId="207"/>
          <ac:spMkLst>
            <pc:docMk/>
            <pc:sldMk cId="0" sldId="256"/>
            <ac:spMk id="152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01:07.366" v="520" actId="207"/>
          <ac:spMkLst>
            <pc:docMk/>
            <pc:sldMk cId="0" sldId="256"/>
            <ac:spMk id="161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01:07.366" v="520" actId="207"/>
          <ac:spMkLst>
            <pc:docMk/>
            <pc:sldMk cId="0" sldId="256"/>
            <ac:spMk id="162" creationId="{00000000-0000-0000-0000-000000000000}"/>
          </ac:spMkLst>
        </pc:spChg>
        <pc:spChg chg="add del mod topLvl">
          <ac:chgData name="Yofadikara Nurrohman" userId="92e6fe32f2f0c507" providerId="LiveId" clId="{FDC5BF04-28D9-4B06-A8F3-DEC669F7CDC1}" dt="2026-06-02T02:00:13.442" v="508" actId="208"/>
          <ac:spMkLst>
            <pc:docMk/>
            <pc:sldMk cId="0" sldId="256"/>
            <ac:spMk id="172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01:01.167" v="518" actId="207"/>
          <ac:spMkLst>
            <pc:docMk/>
            <pc:sldMk cId="0" sldId="256"/>
            <ac:spMk id="181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02:52.055" v="553" actId="207"/>
          <ac:spMkLst>
            <pc:docMk/>
            <pc:sldMk cId="0" sldId="256"/>
            <ac:spMk id="183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02:54.062" v="554" actId="207"/>
          <ac:spMkLst>
            <pc:docMk/>
            <pc:sldMk cId="0" sldId="256"/>
            <ac:spMk id="185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02:56.931" v="555" actId="207"/>
          <ac:spMkLst>
            <pc:docMk/>
            <pc:sldMk cId="0" sldId="256"/>
            <ac:spMk id="187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34:03.923" v="566" actId="207"/>
          <ac:spMkLst>
            <pc:docMk/>
            <pc:sldMk cId="0" sldId="256"/>
            <ac:spMk id="191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34:06.863" v="567" actId="207"/>
          <ac:spMkLst>
            <pc:docMk/>
            <pc:sldMk cId="0" sldId="256"/>
            <ac:spMk id="192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34:08.961" v="568" actId="207"/>
          <ac:spMkLst>
            <pc:docMk/>
            <pc:sldMk cId="0" sldId="256"/>
            <ac:spMk id="193" creationId="{00000000-0000-0000-0000-000000000000}"/>
          </ac:spMkLst>
        </pc:spChg>
        <pc:spChg chg="mod topLvl">
          <ac:chgData name="Yofadikara Nurrohman" userId="92e6fe32f2f0c507" providerId="LiveId" clId="{FDC5BF04-28D9-4B06-A8F3-DEC669F7CDC1}" dt="2026-06-02T02:00:20.650" v="510" actId="208"/>
          <ac:spMkLst>
            <pc:docMk/>
            <pc:sldMk cId="0" sldId="256"/>
            <ac:spMk id="201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03:06.725" v="559" actId="207"/>
          <ac:spMkLst>
            <pc:docMk/>
            <pc:sldMk cId="0" sldId="256"/>
            <ac:spMk id="204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34:32.084" v="573" actId="207"/>
          <ac:spMkLst>
            <pc:docMk/>
            <pc:sldMk cId="0" sldId="256"/>
            <ac:spMk id="216" creationId="{D5AA7B2C-084B-BE5A-307F-6AFB9F86789A}"/>
          </ac:spMkLst>
        </pc:spChg>
        <pc:spChg chg="mod">
          <ac:chgData name="Yofadikara Nurrohman" userId="92e6fe32f2f0c507" providerId="LiveId" clId="{FDC5BF04-28D9-4B06-A8F3-DEC669F7CDC1}" dt="2026-06-02T02:34:29.721" v="572" actId="207"/>
          <ac:spMkLst>
            <pc:docMk/>
            <pc:sldMk cId="0" sldId="256"/>
            <ac:spMk id="217" creationId="{90B4EDE1-874C-7706-6F9E-19EBC84212A8}"/>
          </ac:spMkLst>
        </pc:spChg>
        <pc:spChg chg="mod">
          <ac:chgData name="Yofadikara Nurrohman" userId="92e6fe32f2f0c507" providerId="LiveId" clId="{FDC5BF04-28D9-4B06-A8F3-DEC669F7CDC1}" dt="2026-06-02T02:34:27.392" v="571" actId="207"/>
          <ac:spMkLst>
            <pc:docMk/>
            <pc:sldMk cId="0" sldId="256"/>
            <ac:spMk id="218" creationId="{4EA28259-65C6-E7B8-4672-B3618A300E67}"/>
          </ac:spMkLst>
        </pc:spChg>
        <pc:spChg chg="mod">
          <ac:chgData name="Yofadikara Nurrohman" userId="92e6fe32f2f0c507" providerId="LiveId" clId="{FDC5BF04-28D9-4B06-A8F3-DEC669F7CDC1}" dt="2026-06-02T02:34:24.870" v="570" actId="207"/>
          <ac:spMkLst>
            <pc:docMk/>
            <pc:sldMk cId="0" sldId="256"/>
            <ac:spMk id="219" creationId="{D82D36AD-C1B9-DE9A-1DB0-979333037FBA}"/>
          </ac:spMkLst>
        </pc:spChg>
        <pc:spChg chg="mod">
          <ac:chgData name="Yofadikara Nurrohman" userId="92e6fe32f2f0c507" providerId="LiveId" clId="{FDC5BF04-28D9-4B06-A8F3-DEC669F7CDC1}" dt="2026-06-02T02:34:22.141" v="569" actId="207"/>
          <ac:spMkLst>
            <pc:docMk/>
            <pc:sldMk cId="0" sldId="256"/>
            <ac:spMk id="220" creationId="{DCE97FB7-69A8-0D47-564C-1AC265E046EC}"/>
          </ac:spMkLst>
        </pc:spChg>
        <pc:spChg chg="mod">
          <ac:chgData name="Yofadikara Nurrohman" userId="92e6fe32f2f0c507" providerId="LiveId" clId="{FDC5BF04-28D9-4B06-A8F3-DEC669F7CDC1}" dt="2026-06-02T08:53:07.767" v="574" actId="207"/>
          <ac:spMkLst>
            <pc:docMk/>
            <pc:sldMk cId="0" sldId="256"/>
            <ac:spMk id="224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8:53:12.243" v="575" actId="207"/>
          <ac:spMkLst>
            <pc:docMk/>
            <pc:sldMk cId="0" sldId="256"/>
            <ac:spMk id="226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33:49.814" v="560" actId="207"/>
          <ac:spMkLst>
            <pc:docMk/>
            <pc:sldMk cId="0" sldId="256"/>
            <ac:spMk id="228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33:52.528" v="561" actId="207"/>
          <ac:spMkLst>
            <pc:docMk/>
            <pc:sldMk cId="0" sldId="256"/>
            <ac:spMk id="231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33:54.870" v="562" actId="207"/>
          <ac:spMkLst>
            <pc:docMk/>
            <pc:sldMk cId="0" sldId="256"/>
            <ac:spMk id="232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33:56.945" v="563" actId="207"/>
          <ac:spMkLst>
            <pc:docMk/>
            <pc:sldMk cId="0" sldId="256"/>
            <ac:spMk id="235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33:59.307" v="564" actId="207"/>
          <ac:spMkLst>
            <pc:docMk/>
            <pc:sldMk cId="0" sldId="256"/>
            <ac:spMk id="238" creationId="{00000000-0000-0000-0000-000000000000}"/>
          </ac:spMkLst>
        </pc:spChg>
        <pc:spChg chg="mod">
          <ac:chgData name="Yofadikara Nurrohman" userId="92e6fe32f2f0c507" providerId="LiveId" clId="{FDC5BF04-28D9-4B06-A8F3-DEC669F7CDC1}" dt="2026-06-02T02:34:01.769" v="565" actId="207"/>
          <ac:spMkLst>
            <pc:docMk/>
            <pc:sldMk cId="0" sldId="256"/>
            <ac:spMk id="241" creationId="{00000000-0000-0000-0000-000000000000}"/>
          </ac:spMkLst>
        </pc:spChg>
        <pc:grpChg chg="mod">
          <ac:chgData name="Yofadikara Nurrohman" userId="92e6fe32f2f0c507" providerId="LiveId" clId="{FDC5BF04-28D9-4B06-A8F3-DEC669F7CDC1}" dt="2026-06-02T02:02:46.056" v="551" actId="207"/>
          <ac:grpSpMkLst>
            <pc:docMk/>
            <pc:sldMk cId="0" sldId="256"/>
            <ac:grpSpMk id="3" creationId="{00000000-0000-0000-0000-000000000000}"/>
          </ac:grpSpMkLst>
        </pc:grpChg>
        <pc:grpChg chg="del mod">
          <ac:chgData name="Yofadikara Nurrohman" userId="92e6fe32f2f0c507" providerId="LiveId" clId="{FDC5BF04-28D9-4B06-A8F3-DEC669F7CDC1}" dt="2026-06-10T03:31:50.017" v="601" actId="478"/>
          <ac:grpSpMkLst>
            <pc:docMk/>
            <pc:sldMk cId="0" sldId="256"/>
            <ac:grpSpMk id="9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2T02:01:20.227" v="525" actId="207"/>
          <ac:grpSpMkLst>
            <pc:docMk/>
            <pc:sldMk cId="0" sldId="256"/>
            <ac:grpSpMk id="21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2T02:03:03.945" v="558" actId="207"/>
          <ac:grpSpMkLst>
            <pc:docMk/>
            <pc:sldMk cId="0" sldId="256"/>
            <ac:grpSpMk id="24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2T02:01:12.724" v="522" actId="207"/>
          <ac:grpSpMkLst>
            <pc:docMk/>
            <pc:sldMk cId="0" sldId="256"/>
            <ac:grpSpMk id="29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2T02:01:09.736" v="521" actId="207"/>
          <ac:grpSpMkLst>
            <pc:docMk/>
            <pc:sldMk cId="0" sldId="256"/>
            <ac:grpSpMk id="35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2T02:01:15.168" v="523" actId="207"/>
          <ac:grpSpMkLst>
            <pc:docMk/>
            <pc:sldMk cId="0" sldId="256"/>
            <ac:grpSpMk id="41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2T02:01:17.889" v="524" actId="207"/>
          <ac:grpSpMkLst>
            <pc:docMk/>
            <pc:sldMk cId="0" sldId="256"/>
            <ac:grpSpMk id="47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2T02:01:22.494" v="526" actId="207"/>
          <ac:grpSpMkLst>
            <pc:docMk/>
            <pc:sldMk cId="0" sldId="256"/>
            <ac:grpSpMk id="53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3T00:09:46.281" v="577" actId="207"/>
          <ac:grpSpMkLst>
            <pc:docMk/>
            <pc:sldMk cId="0" sldId="256"/>
            <ac:grpSpMk id="56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2T02:01:30.208" v="528" actId="207"/>
          <ac:grpSpMkLst>
            <pc:docMk/>
            <pc:sldMk cId="0" sldId="256"/>
            <ac:grpSpMk id="59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3T00:09:56.556" v="579" actId="207"/>
          <ac:grpSpMkLst>
            <pc:docMk/>
            <pc:sldMk cId="0" sldId="256"/>
            <ac:grpSpMk id="62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3T00:09:59.632" v="580" actId="207"/>
          <ac:grpSpMkLst>
            <pc:docMk/>
            <pc:sldMk cId="0" sldId="256"/>
            <ac:grpSpMk id="65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3T00:10:02.137" v="581" actId="207"/>
          <ac:grpSpMkLst>
            <pc:docMk/>
            <pc:sldMk cId="0" sldId="256"/>
            <ac:grpSpMk id="68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3T00:10:04.534" v="582" actId="207"/>
          <ac:grpSpMkLst>
            <pc:docMk/>
            <pc:sldMk cId="0" sldId="256"/>
            <ac:grpSpMk id="71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3T00:10:07.190" v="583" actId="207"/>
          <ac:grpSpMkLst>
            <pc:docMk/>
            <pc:sldMk cId="0" sldId="256"/>
            <ac:grpSpMk id="74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3T00:10:12.304" v="586" actId="207"/>
          <ac:grpSpMkLst>
            <pc:docMk/>
            <pc:sldMk cId="0" sldId="256"/>
            <ac:grpSpMk id="77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3T00:10:25.603" v="590" actId="207"/>
          <ac:grpSpMkLst>
            <pc:docMk/>
            <pc:sldMk cId="0" sldId="256"/>
            <ac:grpSpMk id="80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3T00:10:28.161" v="591" actId="207"/>
          <ac:grpSpMkLst>
            <pc:docMk/>
            <pc:sldMk cId="0" sldId="256"/>
            <ac:grpSpMk id="83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3T00:10:14.130" v="587" actId="207"/>
          <ac:grpSpMkLst>
            <pc:docMk/>
            <pc:sldMk cId="0" sldId="256"/>
            <ac:grpSpMk id="86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3T00:10:43.371" v="596" actId="207"/>
          <ac:grpSpMkLst>
            <pc:docMk/>
            <pc:sldMk cId="0" sldId="256"/>
            <ac:grpSpMk id="89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3T00:10:45.095" v="597" actId="207"/>
          <ac:grpSpMkLst>
            <pc:docMk/>
            <pc:sldMk cId="0" sldId="256"/>
            <ac:grpSpMk id="92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3T00:10:16.670" v="588" actId="207"/>
          <ac:grpSpMkLst>
            <pc:docMk/>
            <pc:sldMk cId="0" sldId="256"/>
            <ac:grpSpMk id="95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3T00:10:18.680" v="589" actId="207"/>
          <ac:grpSpMkLst>
            <pc:docMk/>
            <pc:sldMk cId="0" sldId="256"/>
            <ac:grpSpMk id="98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3T00:10:34.355" v="593" actId="207"/>
          <ac:grpSpMkLst>
            <pc:docMk/>
            <pc:sldMk cId="0" sldId="256"/>
            <ac:grpSpMk id="101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3T00:10:36.103" v="594" actId="207"/>
          <ac:grpSpMkLst>
            <pc:docMk/>
            <pc:sldMk cId="0" sldId="256"/>
            <ac:grpSpMk id="104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3T00:10:39.846" v="595" actId="207"/>
          <ac:grpSpMkLst>
            <pc:docMk/>
            <pc:sldMk cId="0" sldId="256"/>
            <ac:grpSpMk id="107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3T00:10:48.185" v="598" actId="207"/>
          <ac:grpSpMkLst>
            <pc:docMk/>
            <pc:sldMk cId="0" sldId="256"/>
            <ac:grpSpMk id="114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3T00:10:49.859" v="599" actId="207"/>
          <ac:grpSpMkLst>
            <pc:docMk/>
            <pc:sldMk cId="0" sldId="256"/>
            <ac:grpSpMk id="118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3T00:10:52.409" v="600" actId="207"/>
          <ac:grpSpMkLst>
            <pc:docMk/>
            <pc:sldMk cId="0" sldId="256"/>
            <ac:grpSpMk id="121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3T00:10:30.192" v="592" actId="207"/>
          <ac:grpSpMkLst>
            <pc:docMk/>
            <pc:sldMk cId="0" sldId="256"/>
            <ac:grpSpMk id="124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2T02:03:01.073" v="557" actId="207"/>
          <ac:grpSpMkLst>
            <pc:docMk/>
            <pc:sldMk cId="0" sldId="256"/>
            <ac:grpSpMk id="130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2T02:01:03.665" v="519" actId="207"/>
          <ac:grpSpMkLst>
            <pc:docMk/>
            <pc:sldMk cId="0" sldId="256"/>
            <ac:grpSpMk id="140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2T02:02:58.591" v="556" actId="207"/>
          <ac:grpSpMkLst>
            <pc:docMk/>
            <pc:sldMk cId="0" sldId="256"/>
            <ac:grpSpMk id="150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2T02:01:07.366" v="520" actId="207"/>
          <ac:grpSpMkLst>
            <pc:docMk/>
            <pc:sldMk cId="0" sldId="256"/>
            <ac:grpSpMk id="160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2T02:01:01.167" v="518" actId="207"/>
          <ac:grpSpMkLst>
            <pc:docMk/>
            <pc:sldMk cId="0" sldId="256"/>
            <ac:grpSpMk id="180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2T02:02:52.055" v="553" actId="207"/>
          <ac:grpSpMkLst>
            <pc:docMk/>
            <pc:sldMk cId="0" sldId="256"/>
            <ac:grpSpMk id="182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2T02:02:54.062" v="554" actId="207"/>
          <ac:grpSpMkLst>
            <pc:docMk/>
            <pc:sldMk cId="0" sldId="256"/>
            <ac:grpSpMk id="184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2T02:02:56.931" v="555" actId="207"/>
          <ac:grpSpMkLst>
            <pc:docMk/>
            <pc:sldMk cId="0" sldId="256"/>
            <ac:grpSpMk id="186" creationId="{00000000-0000-0000-0000-000000000000}"/>
          </ac:grpSpMkLst>
        </pc:grpChg>
        <pc:grpChg chg="mod">
          <ac:chgData name="Yofadikara Nurrohman" userId="92e6fe32f2f0c507" providerId="LiveId" clId="{FDC5BF04-28D9-4B06-A8F3-DEC669F7CDC1}" dt="2026-06-02T02:03:06.725" v="559" actId="207"/>
          <ac:grpSpMkLst>
            <pc:docMk/>
            <pc:sldMk cId="0" sldId="256"/>
            <ac:grpSpMk id="203" creationId="{00000000-0000-0000-0000-000000000000}"/>
          </ac:grpSpMkLst>
        </pc:gr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F1926A-804F-4B38-B4E1-C209A9934670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03B8A2-FA23-497C-A786-B95451AA54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8129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03B8A2-FA23-497C-A786-B95451AA548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558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sv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sv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51E99D2-8F99-E4BE-20CE-86944F719A37}"/>
              </a:ext>
            </a:extLst>
          </p:cNvPr>
          <p:cNvSpPr/>
          <p:nvPr/>
        </p:nvSpPr>
        <p:spPr>
          <a:xfrm>
            <a:off x="-152400" y="0"/>
            <a:ext cx="18516600" cy="10287000"/>
          </a:xfrm>
          <a:prstGeom prst="rect">
            <a:avLst/>
          </a:prstGeom>
          <a:solidFill>
            <a:srgbClr val="F5F5F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1C73E7"/>
              </a:solidFill>
            </a:endParaRPr>
          </a:p>
        </p:txBody>
      </p:sp>
      <p:sp>
        <p:nvSpPr>
          <p:cNvPr id="7" name="Freeform 7"/>
          <p:cNvSpPr/>
          <p:nvPr/>
        </p:nvSpPr>
        <p:spPr>
          <a:xfrm>
            <a:off x="211830" y="1988164"/>
            <a:ext cx="5863824" cy="3794400"/>
          </a:xfrm>
          <a:custGeom>
            <a:avLst/>
            <a:gdLst/>
            <a:ahLst/>
            <a:cxnLst/>
            <a:rect l="l" t="t" r="r" b="b"/>
            <a:pathLst>
              <a:path w="1449139" h="870840">
                <a:moveTo>
                  <a:pt x="34327" y="0"/>
                </a:moveTo>
                <a:lnTo>
                  <a:pt x="1414812" y="0"/>
                </a:lnTo>
                <a:cubicBezTo>
                  <a:pt x="1433770" y="0"/>
                  <a:pt x="1449139" y="15369"/>
                  <a:pt x="1449139" y="34327"/>
                </a:cubicBezTo>
                <a:lnTo>
                  <a:pt x="1449139" y="836513"/>
                </a:lnTo>
                <a:cubicBezTo>
                  <a:pt x="1449139" y="855471"/>
                  <a:pt x="1433770" y="870840"/>
                  <a:pt x="1414812" y="870840"/>
                </a:cubicBezTo>
                <a:lnTo>
                  <a:pt x="34327" y="870840"/>
                </a:lnTo>
                <a:cubicBezTo>
                  <a:pt x="15369" y="870840"/>
                  <a:pt x="0" y="855471"/>
                  <a:pt x="0" y="836513"/>
                </a:cubicBezTo>
                <a:lnTo>
                  <a:pt x="0" y="34327"/>
                </a:lnTo>
                <a:cubicBezTo>
                  <a:pt x="0" y="15369"/>
                  <a:pt x="15369" y="0"/>
                  <a:pt x="34327" y="0"/>
                </a:cubicBezTo>
                <a:close/>
              </a:path>
            </a:pathLst>
          </a:custGeom>
          <a:solidFill>
            <a:schemeClr val="tx1">
              <a:alpha val="0"/>
            </a:schemeClr>
          </a:solidFill>
          <a:ln w="47625" cap="rnd">
            <a:solidFill>
              <a:srgbClr val="C9CACA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Box 8"/>
          <p:cNvSpPr txBox="1"/>
          <p:nvPr/>
        </p:nvSpPr>
        <p:spPr>
          <a:xfrm>
            <a:off x="211830" y="2124306"/>
            <a:ext cx="5863824" cy="3523784"/>
          </a:xfrm>
          <a:prstGeom prst="rect">
            <a:avLst/>
          </a:prstGeom>
        </p:spPr>
        <p:txBody>
          <a:bodyPr lIns="50791" tIns="50791" rIns="50791" bIns="50791" rtlCol="0" anchor="ctr"/>
          <a:lstStyle/>
          <a:p>
            <a:pPr algn="ctr">
              <a:lnSpc>
                <a:spcPts val="1920"/>
              </a:lnSpc>
            </a:pPr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414705" y="3970981"/>
            <a:ext cx="5458074" cy="1430444"/>
            <a:chOff x="0" y="0"/>
            <a:chExt cx="1437517" cy="376742"/>
          </a:xfrm>
          <a:solidFill>
            <a:srgbClr val="609DEE"/>
          </a:solidFill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517" cy="376742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0"/>
              <a:ext cx="1437517" cy="376742"/>
            </a:xfrm>
            <a:prstGeom prst="roundRect">
              <a:avLst>
                <a:gd name="adj" fmla="val 9450"/>
              </a:avLst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16048985" y="398172"/>
            <a:ext cx="1682105" cy="709793"/>
          </a:xfrm>
          <a:custGeom>
            <a:avLst/>
            <a:gdLst/>
            <a:ahLst/>
            <a:cxnLst/>
            <a:rect l="l" t="t" r="r" b="b"/>
            <a:pathLst>
              <a:path w="1682105" h="709793">
                <a:moveTo>
                  <a:pt x="0" y="0"/>
                </a:moveTo>
                <a:lnTo>
                  <a:pt x="1682105" y="0"/>
                </a:lnTo>
                <a:lnTo>
                  <a:pt x="1682105" y="709794"/>
                </a:lnTo>
                <a:lnTo>
                  <a:pt x="0" y="709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3" name="Group 13"/>
          <p:cNvGrpSpPr/>
          <p:nvPr/>
        </p:nvGrpSpPr>
        <p:grpSpPr>
          <a:xfrm>
            <a:off x="0" y="1377136"/>
            <a:ext cx="18288000" cy="412670"/>
            <a:chOff x="0" y="0"/>
            <a:chExt cx="27279141" cy="615556"/>
          </a:xfrm>
          <a:solidFill>
            <a:srgbClr val="C9CACA"/>
          </a:solidFill>
        </p:grpSpPr>
        <p:sp>
          <p:nvSpPr>
            <p:cNvPr id="14" name="Freeform 14"/>
            <p:cNvSpPr/>
            <p:nvPr/>
          </p:nvSpPr>
          <p:spPr>
            <a:xfrm>
              <a:off x="0" y="0"/>
              <a:ext cx="27279154" cy="615569"/>
            </a:xfrm>
            <a:custGeom>
              <a:avLst/>
              <a:gdLst/>
              <a:ahLst/>
              <a:cxnLst/>
              <a:rect l="l" t="t" r="r" b="b"/>
              <a:pathLst>
                <a:path w="27279154" h="615569">
                  <a:moveTo>
                    <a:pt x="0" y="0"/>
                  </a:moveTo>
                  <a:lnTo>
                    <a:pt x="27279154" y="0"/>
                  </a:lnTo>
                  <a:lnTo>
                    <a:pt x="27279154" y="615569"/>
                  </a:lnTo>
                  <a:lnTo>
                    <a:pt x="0" y="615569"/>
                  </a:lnTo>
                  <a:close/>
                </a:path>
              </a:pathLst>
            </a:custGeom>
            <a:grpFill/>
            <a:ln w="12700"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6" name="Freeform 16"/>
          <p:cNvSpPr/>
          <p:nvPr/>
        </p:nvSpPr>
        <p:spPr>
          <a:xfrm>
            <a:off x="6254412" y="6032971"/>
            <a:ext cx="11795486" cy="3785965"/>
          </a:xfrm>
          <a:custGeom>
            <a:avLst/>
            <a:gdLst/>
            <a:ahLst/>
            <a:cxnLst/>
            <a:rect l="l" t="t" r="r" b="b"/>
            <a:pathLst>
              <a:path w="3106630" h="997126">
                <a:moveTo>
                  <a:pt x="17065" y="0"/>
                </a:moveTo>
                <a:lnTo>
                  <a:pt x="3089565" y="0"/>
                </a:lnTo>
                <a:cubicBezTo>
                  <a:pt x="3094091" y="0"/>
                  <a:pt x="3098432" y="1798"/>
                  <a:pt x="3101632" y="4998"/>
                </a:cubicBezTo>
                <a:cubicBezTo>
                  <a:pt x="3104832" y="8199"/>
                  <a:pt x="3106630" y="12539"/>
                  <a:pt x="3106630" y="17065"/>
                </a:cubicBezTo>
                <a:lnTo>
                  <a:pt x="3106630" y="980061"/>
                </a:lnTo>
                <a:cubicBezTo>
                  <a:pt x="3106630" y="984587"/>
                  <a:pt x="3104832" y="988928"/>
                  <a:pt x="3101632" y="992128"/>
                </a:cubicBezTo>
                <a:cubicBezTo>
                  <a:pt x="3098432" y="995328"/>
                  <a:pt x="3094091" y="997126"/>
                  <a:pt x="3089565" y="997126"/>
                </a:cubicBezTo>
                <a:lnTo>
                  <a:pt x="17065" y="997126"/>
                </a:lnTo>
                <a:cubicBezTo>
                  <a:pt x="12539" y="997126"/>
                  <a:pt x="8199" y="995328"/>
                  <a:pt x="4998" y="992128"/>
                </a:cubicBezTo>
                <a:cubicBezTo>
                  <a:pt x="1798" y="988928"/>
                  <a:pt x="0" y="984587"/>
                  <a:pt x="0" y="980061"/>
                </a:cubicBezTo>
                <a:lnTo>
                  <a:pt x="0" y="17065"/>
                </a:lnTo>
                <a:cubicBezTo>
                  <a:pt x="0" y="12539"/>
                  <a:pt x="1798" y="8199"/>
                  <a:pt x="4998" y="4998"/>
                </a:cubicBezTo>
                <a:cubicBezTo>
                  <a:pt x="8199" y="1798"/>
                  <a:pt x="12539" y="0"/>
                  <a:pt x="17065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47625" cap="rnd">
            <a:solidFill>
              <a:srgbClr val="C9CACA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grpSp>
        <p:nvGrpSpPr>
          <p:cNvPr id="18" name="Group 18"/>
          <p:cNvGrpSpPr/>
          <p:nvPr/>
        </p:nvGrpSpPr>
        <p:grpSpPr>
          <a:xfrm>
            <a:off x="13985414" y="6846538"/>
            <a:ext cx="1564062" cy="2728596"/>
            <a:chOff x="0" y="0"/>
            <a:chExt cx="321823" cy="561439"/>
          </a:xfrm>
          <a:solidFill>
            <a:srgbClr val="C9CACA"/>
          </a:solidFill>
        </p:grpSpPr>
        <p:sp>
          <p:nvSpPr>
            <p:cNvPr id="19" name="Freeform 19"/>
            <p:cNvSpPr/>
            <p:nvPr/>
          </p:nvSpPr>
          <p:spPr>
            <a:xfrm>
              <a:off x="0" y="0"/>
              <a:ext cx="321823" cy="561439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0"/>
              <a:ext cx="321823" cy="561439"/>
            </a:xfrm>
            <a:prstGeom prst="roundRect">
              <a:avLst>
                <a:gd name="adj" fmla="val 8222"/>
              </a:avLst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3985414" y="7225996"/>
            <a:ext cx="1564062" cy="452150"/>
            <a:chOff x="0" y="0"/>
            <a:chExt cx="432917" cy="125151"/>
          </a:xfrm>
          <a:solidFill>
            <a:srgbClr val="E7457B"/>
          </a:solidFill>
        </p:grpSpPr>
        <p:sp>
          <p:nvSpPr>
            <p:cNvPr id="22" name="Freeform 22"/>
            <p:cNvSpPr/>
            <p:nvPr/>
          </p:nvSpPr>
          <p:spPr>
            <a:xfrm>
              <a:off x="0" y="0"/>
              <a:ext cx="432917" cy="125151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0"/>
              <a:ext cx="432917" cy="125151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6500013" y="6211475"/>
            <a:ext cx="11312489" cy="470535"/>
            <a:chOff x="0" y="0"/>
            <a:chExt cx="16931496" cy="704254"/>
          </a:xfrm>
          <a:solidFill>
            <a:srgbClr val="609DEE"/>
          </a:solidFill>
        </p:grpSpPr>
        <p:sp>
          <p:nvSpPr>
            <p:cNvPr id="25" name="Freeform 25"/>
            <p:cNvSpPr/>
            <p:nvPr/>
          </p:nvSpPr>
          <p:spPr>
            <a:xfrm>
              <a:off x="0" y="0"/>
              <a:ext cx="16931522" cy="704304"/>
            </a:xfrm>
            <a:custGeom>
              <a:avLst/>
              <a:gdLst/>
              <a:ahLst/>
              <a:cxnLst/>
              <a:rect l="l" t="t" r="r" b="b"/>
              <a:pathLst>
                <a:path w="16931522" h="704304">
                  <a:moveTo>
                    <a:pt x="0" y="117379"/>
                  </a:moveTo>
                  <a:cubicBezTo>
                    <a:pt x="0" y="52565"/>
                    <a:pt x="279709" y="0"/>
                    <a:pt x="624603" y="0"/>
                  </a:cubicBezTo>
                  <a:lnTo>
                    <a:pt x="16306950" y="0"/>
                  </a:lnTo>
                  <a:cubicBezTo>
                    <a:pt x="16651846" y="0"/>
                    <a:pt x="16931522" y="52565"/>
                    <a:pt x="16931522" y="117379"/>
                  </a:cubicBezTo>
                  <a:lnTo>
                    <a:pt x="16931522" y="586897"/>
                  </a:lnTo>
                  <a:cubicBezTo>
                    <a:pt x="16931522" y="651711"/>
                    <a:pt x="16651846" y="704304"/>
                    <a:pt x="16306950" y="704304"/>
                  </a:cubicBezTo>
                  <a:lnTo>
                    <a:pt x="624603" y="704304"/>
                  </a:lnTo>
                  <a:cubicBezTo>
                    <a:pt x="279709" y="704304"/>
                    <a:pt x="0" y="651711"/>
                    <a:pt x="0" y="586897"/>
                  </a:cubicBezTo>
                  <a:lnTo>
                    <a:pt x="0" y="117379"/>
                  </a:lnTo>
                  <a:close/>
                </a:path>
              </a:pathLst>
            </a:custGeom>
            <a:grpFill/>
            <a:ln w="12700"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8759166" y="6856120"/>
            <a:ext cx="1566950" cy="2728596"/>
            <a:chOff x="0" y="0"/>
            <a:chExt cx="322418" cy="561439"/>
          </a:xfrm>
          <a:solidFill>
            <a:srgbClr val="C9CACA"/>
          </a:solidFill>
        </p:grpSpPr>
        <p:sp>
          <p:nvSpPr>
            <p:cNvPr id="27" name="Freeform 27"/>
            <p:cNvSpPr/>
            <p:nvPr/>
          </p:nvSpPr>
          <p:spPr>
            <a:xfrm>
              <a:off x="0" y="0"/>
              <a:ext cx="322418" cy="561439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0"/>
              <a:ext cx="322418" cy="561439"/>
            </a:xfrm>
            <a:prstGeom prst="roundRect">
              <a:avLst>
                <a:gd name="adj" fmla="val 10831"/>
              </a:avLst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8750963" y="7225996"/>
            <a:ext cx="1575152" cy="452150"/>
            <a:chOff x="0" y="0"/>
            <a:chExt cx="324105" cy="93035"/>
          </a:xfrm>
          <a:solidFill>
            <a:srgbClr val="E7457B"/>
          </a:solidFill>
        </p:grpSpPr>
        <p:sp>
          <p:nvSpPr>
            <p:cNvPr id="30" name="Freeform 30"/>
            <p:cNvSpPr/>
            <p:nvPr/>
          </p:nvSpPr>
          <p:spPr>
            <a:xfrm>
              <a:off x="0" y="0"/>
              <a:ext cx="324105" cy="93035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0"/>
              <a:ext cx="324105" cy="93035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6495911" y="6856120"/>
            <a:ext cx="2140752" cy="2728596"/>
            <a:chOff x="0" y="0"/>
            <a:chExt cx="440484" cy="561439"/>
          </a:xfrm>
          <a:solidFill>
            <a:srgbClr val="C9CACA"/>
          </a:solidFill>
        </p:grpSpPr>
        <p:sp>
          <p:nvSpPr>
            <p:cNvPr id="33" name="Freeform 33"/>
            <p:cNvSpPr/>
            <p:nvPr/>
          </p:nvSpPr>
          <p:spPr>
            <a:xfrm>
              <a:off x="0" y="0"/>
              <a:ext cx="440484" cy="561439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0"/>
              <a:ext cx="440484" cy="561439"/>
            </a:xfrm>
            <a:prstGeom prst="roundRect">
              <a:avLst>
                <a:gd name="adj" fmla="val 7711"/>
              </a:avLst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6500013" y="7225996"/>
            <a:ext cx="2132549" cy="451533"/>
            <a:chOff x="0" y="0"/>
            <a:chExt cx="438796" cy="92908"/>
          </a:xfrm>
          <a:solidFill>
            <a:srgbClr val="E7457B"/>
          </a:solidFill>
        </p:grpSpPr>
        <p:sp>
          <p:nvSpPr>
            <p:cNvPr id="36" name="Freeform 36"/>
            <p:cNvSpPr/>
            <p:nvPr/>
          </p:nvSpPr>
          <p:spPr>
            <a:xfrm>
              <a:off x="0" y="0"/>
              <a:ext cx="438796" cy="92908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0"/>
              <a:ext cx="438796" cy="92908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0516615" y="6856120"/>
            <a:ext cx="1566950" cy="2728596"/>
            <a:chOff x="0" y="0"/>
            <a:chExt cx="322418" cy="561439"/>
          </a:xfrm>
          <a:solidFill>
            <a:srgbClr val="C9CACA"/>
          </a:solidFill>
        </p:grpSpPr>
        <p:sp>
          <p:nvSpPr>
            <p:cNvPr id="39" name="Freeform 39"/>
            <p:cNvSpPr/>
            <p:nvPr/>
          </p:nvSpPr>
          <p:spPr>
            <a:xfrm>
              <a:off x="0" y="0"/>
              <a:ext cx="322418" cy="561439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0"/>
              <a:ext cx="322418" cy="561439"/>
            </a:xfrm>
            <a:prstGeom prst="roundRect">
              <a:avLst>
                <a:gd name="adj" fmla="val 9535"/>
              </a:avLst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 dirty="0"/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10512514" y="7225996"/>
            <a:ext cx="1575152" cy="461115"/>
            <a:chOff x="0" y="0"/>
            <a:chExt cx="324105" cy="94880"/>
          </a:xfrm>
          <a:solidFill>
            <a:srgbClr val="E7457B"/>
          </a:solidFill>
        </p:grpSpPr>
        <p:sp>
          <p:nvSpPr>
            <p:cNvPr id="42" name="Freeform 42"/>
            <p:cNvSpPr/>
            <p:nvPr/>
          </p:nvSpPr>
          <p:spPr>
            <a:xfrm>
              <a:off x="0" y="0"/>
              <a:ext cx="324105" cy="94880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0"/>
              <a:ext cx="324105" cy="94880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12244168" y="6846538"/>
            <a:ext cx="1564062" cy="2738178"/>
            <a:chOff x="0" y="0"/>
            <a:chExt cx="321823" cy="563411"/>
          </a:xfrm>
          <a:solidFill>
            <a:srgbClr val="C9CACA"/>
          </a:solidFill>
        </p:grpSpPr>
        <p:sp>
          <p:nvSpPr>
            <p:cNvPr id="45" name="Freeform 45"/>
            <p:cNvSpPr/>
            <p:nvPr/>
          </p:nvSpPr>
          <p:spPr>
            <a:xfrm>
              <a:off x="0" y="0"/>
              <a:ext cx="321823" cy="563411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0"/>
              <a:ext cx="321823" cy="563411"/>
            </a:xfrm>
            <a:prstGeom prst="roundRect">
              <a:avLst>
                <a:gd name="adj" fmla="val 9521"/>
              </a:avLst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2247504" y="7225996"/>
            <a:ext cx="1557389" cy="451533"/>
            <a:chOff x="0" y="0"/>
            <a:chExt cx="320450" cy="92908"/>
          </a:xfrm>
          <a:solidFill>
            <a:srgbClr val="E7457B"/>
          </a:solidFill>
        </p:grpSpPr>
        <p:sp>
          <p:nvSpPr>
            <p:cNvPr id="48" name="Freeform 48"/>
            <p:cNvSpPr/>
            <p:nvPr/>
          </p:nvSpPr>
          <p:spPr>
            <a:xfrm>
              <a:off x="0" y="0"/>
              <a:ext cx="320450" cy="92908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0"/>
              <a:ext cx="320450" cy="92908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5674916" y="6856120"/>
            <a:ext cx="2133484" cy="2719014"/>
            <a:chOff x="0" y="0"/>
            <a:chExt cx="438988" cy="559468"/>
          </a:xfrm>
          <a:solidFill>
            <a:srgbClr val="C9CACA"/>
          </a:solidFill>
        </p:grpSpPr>
        <p:sp>
          <p:nvSpPr>
            <p:cNvPr id="51" name="Freeform 51"/>
            <p:cNvSpPr/>
            <p:nvPr/>
          </p:nvSpPr>
          <p:spPr>
            <a:xfrm>
              <a:off x="0" y="0"/>
              <a:ext cx="438988" cy="559468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0" y="0"/>
              <a:ext cx="438988" cy="559468"/>
            </a:xfrm>
            <a:prstGeom prst="roundRect">
              <a:avLst>
                <a:gd name="adj" fmla="val 6190"/>
              </a:avLst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15674916" y="7225996"/>
            <a:ext cx="2133484" cy="452150"/>
            <a:chOff x="0" y="0"/>
            <a:chExt cx="438988" cy="93035"/>
          </a:xfrm>
          <a:solidFill>
            <a:srgbClr val="E7457B"/>
          </a:solidFill>
        </p:grpSpPr>
        <p:sp>
          <p:nvSpPr>
            <p:cNvPr id="54" name="Freeform 54"/>
            <p:cNvSpPr/>
            <p:nvPr/>
          </p:nvSpPr>
          <p:spPr>
            <a:xfrm>
              <a:off x="0" y="0"/>
              <a:ext cx="438988" cy="93035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0" y="0"/>
              <a:ext cx="438988" cy="93035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6569399" y="7785508"/>
            <a:ext cx="1993776" cy="153651"/>
            <a:chOff x="0" y="0"/>
            <a:chExt cx="410242" cy="31615"/>
          </a:xfrm>
          <a:solidFill>
            <a:schemeClr val="tx1">
              <a:lumMod val="50000"/>
              <a:lumOff val="50000"/>
            </a:schemeClr>
          </a:solidFill>
        </p:grpSpPr>
        <p:sp>
          <p:nvSpPr>
            <p:cNvPr id="57" name="Freeform 57"/>
            <p:cNvSpPr/>
            <p:nvPr/>
          </p:nvSpPr>
          <p:spPr>
            <a:xfrm>
              <a:off x="0" y="0"/>
              <a:ext cx="410242" cy="31615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0" y="0"/>
              <a:ext cx="410242" cy="31615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6569399" y="8006026"/>
            <a:ext cx="1993776" cy="153651"/>
            <a:chOff x="0" y="0"/>
            <a:chExt cx="410242" cy="31615"/>
          </a:xfrm>
          <a:solidFill>
            <a:srgbClr val="E7457B"/>
          </a:solidFill>
        </p:grpSpPr>
        <p:sp>
          <p:nvSpPr>
            <p:cNvPr id="60" name="Freeform 60"/>
            <p:cNvSpPr/>
            <p:nvPr/>
          </p:nvSpPr>
          <p:spPr>
            <a:xfrm>
              <a:off x="0" y="0"/>
              <a:ext cx="410242" cy="31615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0" y="0"/>
              <a:ext cx="410242" cy="31615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 dirty="0"/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6569399" y="8226352"/>
            <a:ext cx="1993776" cy="153651"/>
            <a:chOff x="0" y="0"/>
            <a:chExt cx="410242" cy="31615"/>
          </a:xfrm>
          <a:solidFill>
            <a:schemeClr val="tx1">
              <a:lumMod val="50000"/>
              <a:lumOff val="50000"/>
            </a:schemeClr>
          </a:solidFill>
        </p:grpSpPr>
        <p:sp>
          <p:nvSpPr>
            <p:cNvPr id="63" name="Freeform 63"/>
            <p:cNvSpPr/>
            <p:nvPr/>
          </p:nvSpPr>
          <p:spPr>
            <a:xfrm>
              <a:off x="0" y="0"/>
              <a:ext cx="410242" cy="31615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0" y="0"/>
              <a:ext cx="410242" cy="31615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6569399" y="8446679"/>
            <a:ext cx="1993776" cy="153651"/>
            <a:chOff x="0" y="0"/>
            <a:chExt cx="410242" cy="31615"/>
          </a:xfrm>
          <a:solidFill>
            <a:schemeClr val="tx1">
              <a:lumMod val="50000"/>
              <a:lumOff val="50000"/>
            </a:schemeClr>
          </a:solidFill>
        </p:grpSpPr>
        <p:sp>
          <p:nvSpPr>
            <p:cNvPr id="66" name="Freeform 66"/>
            <p:cNvSpPr/>
            <p:nvPr/>
          </p:nvSpPr>
          <p:spPr>
            <a:xfrm>
              <a:off x="0" y="0"/>
              <a:ext cx="410242" cy="31615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0" y="0"/>
              <a:ext cx="410242" cy="31615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6569399" y="8667005"/>
            <a:ext cx="1993776" cy="153651"/>
            <a:chOff x="0" y="0"/>
            <a:chExt cx="410242" cy="31615"/>
          </a:xfrm>
          <a:solidFill>
            <a:schemeClr val="tx1">
              <a:lumMod val="50000"/>
              <a:lumOff val="50000"/>
            </a:schemeClr>
          </a:solidFill>
        </p:grpSpPr>
        <p:sp>
          <p:nvSpPr>
            <p:cNvPr id="69" name="Freeform 69"/>
            <p:cNvSpPr/>
            <p:nvPr/>
          </p:nvSpPr>
          <p:spPr>
            <a:xfrm>
              <a:off x="0" y="0"/>
              <a:ext cx="410242" cy="31615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0" y="0"/>
              <a:ext cx="410242" cy="31615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6569399" y="8887331"/>
            <a:ext cx="1993776" cy="153651"/>
            <a:chOff x="0" y="0"/>
            <a:chExt cx="410242" cy="31615"/>
          </a:xfrm>
          <a:solidFill>
            <a:schemeClr val="tx1">
              <a:lumMod val="50000"/>
              <a:lumOff val="50000"/>
            </a:schemeClr>
          </a:solidFill>
        </p:grpSpPr>
        <p:sp>
          <p:nvSpPr>
            <p:cNvPr id="72" name="Freeform 72"/>
            <p:cNvSpPr/>
            <p:nvPr/>
          </p:nvSpPr>
          <p:spPr>
            <a:xfrm>
              <a:off x="0" y="0"/>
              <a:ext cx="410242" cy="31615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0"/>
              <a:ext cx="410242" cy="31615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6569399" y="9107657"/>
            <a:ext cx="1993776" cy="153651"/>
            <a:chOff x="0" y="0"/>
            <a:chExt cx="410242" cy="31615"/>
          </a:xfrm>
          <a:solidFill>
            <a:schemeClr val="tx1">
              <a:lumMod val="50000"/>
              <a:lumOff val="50000"/>
            </a:schemeClr>
          </a:solidFill>
        </p:grpSpPr>
        <p:sp>
          <p:nvSpPr>
            <p:cNvPr id="75" name="Freeform 75"/>
            <p:cNvSpPr/>
            <p:nvPr/>
          </p:nvSpPr>
          <p:spPr>
            <a:xfrm>
              <a:off x="0" y="0"/>
              <a:ext cx="410242" cy="31615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0"/>
              <a:ext cx="410242" cy="31615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6569399" y="9327983"/>
            <a:ext cx="1993776" cy="153651"/>
            <a:chOff x="0" y="0"/>
            <a:chExt cx="410242" cy="31615"/>
          </a:xfrm>
          <a:solidFill>
            <a:schemeClr val="tx1">
              <a:lumMod val="50000"/>
              <a:lumOff val="50000"/>
            </a:schemeClr>
          </a:solidFill>
        </p:grpSpPr>
        <p:sp>
          <p:nvSpPr>
            <p:cNvPr id="78" name="Freeform 78"/>
            <p:cNvSpPr/>
            <p:nvPr/>
          </p:nvSpPr>
          <p:spPr>
            <a:xfrm>
              <a:off x="0" y="0"/>
              <a:ext cx="410242" cy="31615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0" y="0"/>
              <a:ext cx="410242" cy="31615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80" name="Group 80"/>
          <p:cNvGrpSpPr/>
          <p:nvPr/>
        </p:nvGrpSpPr>
        <p:grpSpPr>
          <a:xfrm>
            <a:off x="10573765" y="7780120"/>
            <a:ext cx="1474187" cy="153651"/>
            <a:chOff x="0" y="0"/>
            <a:chExt cx="303331" cy="31615"/>
          </a:xfrm>
          <a:solidFill>
            <a:schemeClr val="tx1">
              <a:lumMod val="50000"/>
              <a:lumOff val="50000"/>
            </a:schemeClr>
          </a:solidFill>
        </p:grpSpPr>
        <p:sp>
          <p:nvSpPr>
            <p:cNvPr id="81" name="Freeform 81"/>
            <p:cNvSpPr/>
            <p:nvPr/>
          </p:nvSpPr>
          <p:spPr>
            <a:xfrm>
              <a:off x="0" y="0"/>
              <a:ext cx="303331" cy="31615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0" y="0"/>
              <a:ext cx="303331" cy="31615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83" name="Group 83"/>
          <p:cNvGrpSpPr/>
          <p:nvPr/>
        </p:nvGrpSpPr>
        <p:grpSpPr>
          <a:xfrm>
            <a:off x="10573765" y="8000542"/>
            <a:ext cx="1474187" cy="153651"/>
            <a:chOff x="0" y="0"/>
            <a:chExt cx="303331" cy="31615"/>
          </a:xfrm>
          <a:solidFill>
            <a:schemeClr val="tx1">
              <a:lumMod val="50000"/>
              <a:lumOff val="50000"/>
            </a:schemeClr>
          </a:solidFill>
        </p:grpSpPr>
        <p:sp>
          <p:nvSpPr>
            <p:cNvPr id="84" name="Freeform 84"/>
            <p:cNvSpPr/>
            <p:nvPr/>
          </p:nvSpPr>
          <p:spPr>
            <a:xfrm>
              <a:off x="0" y="0"/>
              <a:ext cx="303331" cy="31615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0" y="0"/>
              <a:ext cx="303331" cy="31615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86" name="Group 86"/>
          <p:cNvGrpSpPr/>
          <p:nvPr/>
        </p:nvGrpSpPr>
        <p:grpSpPr>
          <a:xfrm>
            <a:off x="8800419" y="7781402"/>
            <a:ext cx="1473137" cy="162055"/>
            <a:chOff x="0" y="0"/>
            <a:chExt cx="321637" cy="35382"/>
          </a:xfrm>
          <a:solidFill>
            <a:schemeClr val="tx1">
              <a:lumMod val="50000"/>
              <a:lumOff val="50000"/>
            </a:schemeClr>
          </a:solidFill>
        </p:grpSpPr>
        <p:sp>
          <p:nvSpPr>
            <p:cNvPr id="87" name="Freeform 87"/>
            <p:cNvSpPr/>
            <p:nvPr/>
          </p:nvSpPr>
          <p:spPr>
            <a:xfrm>
              <a:off x="0" y="0"/>
              <a:ext cx="321637" cy="35382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0" y="0"/>
              <a:ext cx="321637" cy="35382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14017780" y="7777635"/>
            <a:ext cx="1474187" cy="153651"/>
            <a:chOff x="0" y="0"/>
            <a:chExt cx="303331" cy="31615"/>
          </a:xfrm>
          <a:solidFill>
            <a:schemeClr val="tx1">
              <a:lumMod val="50000"/>
              <a:lumOff val="50000"/>
            </a:schemeClr>
          </a:solidFill>
        </p:grpSpPr>
        <p:sp>
          <p:nvSpPr>
            <p:cNvPr id="90" name="Freeform 90"/>
            <p:cNvSpPr/>
            <p:nvPr/>
          </p:nvSpPr>
          <p:spPr>
            <a:xfrm>
              <a:off x="0" y="0"/>
              <a:ext cx="303331" cy="31615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0" y="0"/>
              <a:ext cx="303331" cy="31615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92" name="Group 92"/>
          <p:cNvGrpSpPr/>
          <p:nvPr/>
        </p:nvGrpSpPr>
        <p:grpSpPr>
          <a:xfrm>
            <a:off x="14017780" y="8000542"/>
            <a:ext cx="1474187" cy="153651"/>
            <a:chOff x="0" y="0"/>
            <a:chExt cx="303331" cy="31615"/>
          </a:xfrm>
          <a:solidFill>
            <a:schemeClr val="tx1">
              <a:lumMod val="50000"/>
              <a:lumOff val="50000"/>
            </a:schemeClr>
          </a:solidFill>
        </p:grpSpPr>
        <p:sp>
          <p:nvSpPr>
            <p:cNvPr id="93" name="Freeform 93"/>
            <p:cNvSpPr/>
            <p:nvPr/>
          </p:nvSpPr>
          <p:spPr>
            <a:xfrm>
              <a:off x="0" y="0"/>
              <a:ext cx="303331" cy="31615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0" y="0"/>
              <a:ext cx="303331" cy="31615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95" name="Group 95"/>
          <p:cNvGrpSpPr/>
          <p:nvPr/>
        </p:nvGrpSpPr>
        <p:grpSpPr>
          <a:xfrm>
            <a:off x="8800419" y="8000787"/>
            <a:ext cx="1473137" cy="158891"/>
            <a:chOff x="0" y="0"/>
            <a:chExt cx="328042" cy="35382"/>
          </a:xfrm>
          <a:solidFill>
            <a:schemeClr val="tx1">
              <a:lumMod val="50000"/>
              <a:lumOff val="50000"/>
            </a:schemeClr>
          </a:solidFill>
        </p:grpSpPr>
        <p:sp>
          <p:nvSpPr>
            <p:cNvPr id="96" name="Freeform 96"/>
            <p:cNvSpPr/>
            <p:nvPr/>
          </p:nvSpPr>
          <p:spPr>
            <a:xfrm>
              <a:off x="0" y="0"/>
              <a:ext cx="328042" cy="35382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TextBox 97"/>
            <p:cNvSpPr txBox="1"/>
            <p:nvPr/>
          </p:nvSpPr>
          <p:spPr>
            <a:xfrm>
              <a:off x="0" y="0"/>
              <a:ext cx="328042" cy="35382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98" name="Group 98"/>
          <p:cNvGrpSpPr/>
          <p:nvPr/>
        </p:nvGrpSpPr>
        <p:grpSpPr>
          <a:xfrm>
            <a:off x="8800419" y="8219992"/>
            <a:ext cx="1473137" cy="151638"/>
            <a:chOff x="0" y="0"/>
            <a:chExt cx="325543" cy="33510"/>
          </a:xfrm>
          <a:solidFill>
            <a:schemeClr val="tx1">
              <a:lumMod val="50000"/>
              <a:lumOff val="50000"/>
            </a:schemeClr>
          </a:solidFill>
        </p:grpSpPr>
        <p:sp>
          <p:nvSpPr>
            <p:cNvPr id="99" name="Freeform 99"/>
            <p:cNvSpPr/>
            <p:nvPr/>
          </p:nvSpPr>
          <p:spPr>
            <a:xfrm>
              <a:off x="0" y="0"/>
              <a:ext cx="325543" cy="33510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0" y="0"/>
              <a:ext cx="325543" cy="33510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101" name="Group 101"/>
          <p:cNvGrpSpPr/>
          <p:nvPr/>
        </p:nvGrpSpPr>
        <p:grpSpPr>
          <a:xfrm>
            <a:off x="12292727" y="7780216"/>
            <a:ext cx="1474187" cy="153651"/>
            <a:chOff x="0" y="0"/>
            <a:chExt cx="303331" cy="31615"/>
          </a:xfrm>
          <a:solidFill>
            <a:schemeClr val="tx1">
              <a:lumMod val="50000"/>
              <a:lumOff val="50000"/>
            </a:schemeClr>
          </a:solidFill>
        </p:grpSpPr>
        <p:sp>
          <p:nvSpPr>
            <p:cNvPr id="102" name="Freeform 102"/>
            <p:cNvSpPr/>
            <p:nvPr/>
          </p:nvSpPr>
          <p:spPr>
            <a:xfrm>
              <a:off x="0" y="0"/>
              <a:ext cx="303331" cy="31615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103" name="TextBox 103"/>
            <p:cNvSpPr txBox="1"/>
            <p:nvPr/>
          </p:nvSpPr>
          <p:spPr>
            <a:xfrm>
              <a:off x="0" y="0"/>
              <a:ext cx="303331" cy="31615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104" name="Group 104"/>
          <p:cNvGrpSpPr/>
          <p:nvPr/>
        </p:nvGrpSpPr>
        <p:grpSpPr>
          <a:xfrm>
            <a:off x="12292727" y="8000542"/>
            <a:ext cx="1474187" cy="153651"/>
            <a:chOff x="0" y="0"/>
            <a:chExt cx="303331" cy="31615"/>
          </a:xfrm>
          <a:solidFill>
            <a:schemeClr val="tx1">
              <a:lumMod val="50000"/>
              <a:lumOff val="50000"/>
            </a:schemeClr>
          </a:solidFill>
        </p:grpSpPr>
        <p:sp>
          <p:nvSpPr>
            <p:cNvPr id="105" name="Freeform 105"/>
            <p:cNvSpPr/>
            <p:nvPr/>
          </p:nvSpPr>
          <p:spPr>
            <a:xfrm>
              <a:off x="0" y="0"/>
              <a:ext cx="303331" cy="31615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TextBox 106"/>
            <p:cNvSpPr txBox="1"/>
            <p:nvPr/>
          </p:nvSpPr>
          <p:spPr>
            <a:xfrm>
              <a:off x="0" y="0"/>
              <a:ext cx="303331" cy="31615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107" name="Group 107"/>
          <p:cNvGrpSpPr/>
          <p:nvPr/>
        </p:nvGrpSpPr>
        <p:grpSpPr>
          <a:xfrm>
            <a:off x="12292727" y="8226352"/>
            <a:ext cx="1474187" cy="153651"/>
            <a:chOff x="0" y="0"/>
            <a:chExt cx="303331" cy="31615"/>
          </a:xfrm>
          <a:solidFill>
            <a:schemeClr val="tx1">
              <a:lumMod val="50000"/>
              <a:lumOff val="50000"/>
            </a:schemeClr>
          </a:solidFill>
        </p:grpSpPr>
        <p:sp>
          <p:nvSpPr>
            <p:cNvPr id="108" name="Freeform 108"/>
            <p:cNvSpPr/>
            <p:nvPr/>
          </p:nvSpPr>
          <p:spPr>
            <a:xfrm>
              <a:off x="0" y="0"/>
              <a:ext cx="303331" cy="31615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109" name="TextBox 109"/>
            <p:cNvSpPr txBox="1"/>
            <p:nvPr/>
          </p:nvSpPr>
          <p:spPr>
            <a:xfrm>
              <a:off x="0" y="0"/>
              <a:ext cx="303331" cy="31615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sp>
        <p:nvSpPr>
          <p:cNvPr id="110" name="Freeform 110"/>
          <p:cNvSpPr/>
          <p:nvPr/>
        </p:nvSpPr>
        <p:spPr>
          <a:xfrm>
            <a:off x="8881223" y="8541879"/>
            <a:ext cx="1253897" cy="1033254"/>
          </a:xfrm>
          <a:custGeom>
            <a:avLst/>
            <a:gdLst/>
            <a:ahLst/>
            <a:cxnLst/>
            <a:rect l="l" t="t" r="r" b="b"/>
            <a:pathLst>
              <a:path w="1253897" h="1033254">
                <a:moveTo>
                  <a:pt x="0" y="0"/>
                </a:moveTo>
                <a:lnTo>
                  <a:pt x="1253897" y="0"/>
                </a:lnTo>
                <a:lnTo>
                  <a:pt x="1253897" y="1033255"/>
                </a:lnTo>
                <a:lnTo>
                  <a:pt x="0" y="103325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1440" b="-2310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1" name="Freeform 111"/>
          <p:cNvSpPr/>
          <p:nvPr/>
        </p:nvSpPr>
        <p:spPr>
          <a:xfrm>
            <a:off x="10840159" y="8654719"/>
            <a:ext cx="941400" cy="924926"/>
          </a:xfrm>
          <a:custGeom>
            <a:avLst/>
            <a:gdLst/>
            <a:ahLst/>
            <a:cxnLst/>
            <a:rect l="l" t="t" r="r" b="b"/>
            <a:pathLst>
              <a:path w="941400" h="924926">
                <a:moveTo>
                  <a:pt x="0" y="0"/>
                </a:moveTo>
                <a:lnTo>
                  <a:pt x="941400" y="0"/>
                </a:lnTo>
                <a:lnTo>
                  <a:pt x="941400" y="924926"/>
                </a:lnTo>
                <a:lnTo>
                  <a:pt x="0" y="9249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2" name="Freeform 112"/>
          <p:cNvSpPr/>
          <p:nvPr/>
        </p:nvSpPr>
        <p:spPr>
          <a:xfrm>
            <a:off x="12304424" y="8650208"/>
            <a:ext cx="1450795" cy="933949"/>
          </a:xfrm>
          <a:custGeom>
            <a:avLst/>
            <a:gdLst/>
            <a:ahLst/>
            <a:cxnLst/>
            <a:rect l="l" t="t" r="r" b="b"/>
            <a:pathLst>
              <a:path w="1450795" h="933949">
                <a:moveTo>
                  <a:pt x="0" y="0"/>
                </a:moveTo>
                <a:lnTo>
                  <a:pt x="1450794" y="0"/>
                </a:lnTo>
                <a:lnTo>
                  <a:pt x="1450794" y="933949"/>
                </a:lnTo>
                <a:lnTo>
                  <a:pt x="0" y="93394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3" name="Freeform 113"/>
          <p:cNvSpPr/>
          <p:nvPr/>
        </p:nvSpPr>
        <p:spPr>
          <a:xfrm>
            <a:off x="14122320" y="8460418"/>
            <a:ext cx="1290250" cy="1104777"/>
          </a:xfrm>
          <a:custGeom>
            <a:avLst/>
            <a:gdLst/>
            <a:ahLst/>
            <a:cxnLst/>
            <a:rect l="l" t="t" r="r" b="b"/>
            <a:pathLst>
              <a:path w="1290250" h="1104777">
                <a:moveTo>
                  <a:pt x="0" y="0"/>
                </a:moveTo>
                <a:lnTo>
                  <a:pt x="1290250" y="0"/>
                </a:lnTo>
                <a:lnTo>
                  <a:pt x="1290250" y="1104777"/>
                </a:lnTo>
                <a:lnTo>
                  <a:pt x="0" y="110477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14" name="Group 114"/>
          <p:cNvGrpSpPr/>
          <p:nvPr/>
        </p:nvGrpSpPr>
        <p:grpSpPr>
          <a:xfrm>
            <a:off x="15730451" y="7773220"/>
            <a:ext cx="2010164" cy="159705"/>
            <a:chOff x="0" y="0"/>
            <a:chExt cx="397935" cy="31615"/>
          </a:xfrm>
          <a:solidFill>
            <a:schemeClr val="tx1">
              <a:lumMod val="50000"/>
              <a:lumOff val="50000"/>
            </a:schemeClr>
          </a:solidFill>
        </p:grpSpPr>
        <p:sp>
          <p:nvSpPr>
            <p:cNvPr id="115" name="Freeform 115"/>
            <p:cNvSpPr/>
            <p:nvPr/>
          </p:nvSpPr>
          <p:spPr>
            <a:xfrm>
              <a:off x="0" y="0"/>
              <a:ext cx="397935" cy="31615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116" name="TextBox 116"/>
            <p:cNvSpPr txBox="1"/>
            <p:nvPr/>
          </p:nvSpPr>
          <p:spPr>
            <a:xfrm>
              <a:off x="0" y="0"/>
              <a:ext cx="397935" cy="31615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sp>
        <p:nvSpPr>
          <p:cNvPr id="117" name="Freeform 117"/>
          <p:cNvSpPr/>
          <p:nvPr/>
        </p:nvSpPr>
        <p:spPr>
          <a:xfrm>
            <a:off x="16095174" y="8611631"/>
            <a:ext cx="1292968" cy="953564"/>
          </a:xfrm>
          <a:custGeom>
            <a:avLst/>
            <a:gdLst/>
            <a:ahLst/>
            <a:cxnLst/>
            <a:rect l="l" t="t" r="r" b="b"/>
            <a:pathLst>
              <a:path w="1292968" h="953564">
                <a:moveTo>
                  <a:pt x="0" y="0"/>
                </a:moveTo>
                <a:lnTo>
                  <a:pt x="1292968" y="0"/>
                </a:lnTo>
                <a:lnTo>
                  <a:pt x="1292968" y="953564"/>
                </a:lnTo>
                <a:lnTo>
                  <a:pt x="0" y="95356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18" name="Group 118"/>
          <p:cNvGrpSpPr/>
          <p:nvPr/>
        </p:nvGrpSpPr>
        <p:grpSpPr>
          <a:xfrm>
            <a:off x="15730451" y="7986509"/>
            <a:ext cx="2010164" cy="159705"/>
            <a:chOff x="0" y="0"/>
            <a:chExt cx="397935" cy="31615"/>
          </a:xfrm>
          <a:solidFill>
            <a:schemeClr val="tx1">
              <a:lumMod val="50000"/>
              <a:lumOff val="50000"/>
            </a:schemeClr>
          </a:solidFill>
        </p:grpSpPr>
        <p:sp>
          <p:nvSpPr>
            <p:cNvPr id="119" name="Freeform 119"/>
            <p:cNvSpPr/>
            <p:nvPr/>
          </p:nvSpPr>
          <p:spPr>
            <a:xfrm>
              <a:off x="0" y="0"/>
              <a:ext cx="397935" cy="31615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120" name="TextBox 120"/>
            <p:cNvSpPr txBox="1"/>
            <p:nvPr/>
          </p:nvSpPr>
          <p:spPr>
            <a:xfrm>
              <a:off x="0" y="0"/>
              <a:ext cx="397935" cy="31615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121" name="Group 121"/>
          <p:cNvGrpSpPr/>
          <p:nvPr/>
        </p:nvGrpSpPr>
        <p:grpSpPr>
          <a:xfrm>
            <a:off x="15730451" y="8221449"/>
            <a:ext cx="2010164" cy="159705"/>
            <a:chOff x="0" y="0"/>
            <a:chExt cx="397935" cy="31615"/>
          </a:xfrm>
          <a:solidFill>
            <a:schemeClr val="tx1">
              <a:lumMod val="50000"/>
              <a:lumOff val="50000"/>
            </a:schemeClr>
          </a:solidFill>
        </p:grpSpPr>
        <p:sp>
          <p:nvSpPr>
            <p:cNvPr id="122" name="Freeform 122"/>
            <p:cNvSpPr/>
            <p:nvPr/>
          </p:nvSpPr>
          <p:spPr>
            <a:xfrm>
              <a:off x="0" y="0"/>
              <a:ext cx="397935" cy="31615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123" name="TextBox 123"/>
            <p:cNvSpPr txBox="1"/>
            <p:nvPr/>
          </p:nvSpPr>
          <p:spPr>
            <a:xfrm>
              <a:off x="0" y="0"/>
              <a:ext cx="397935" cy="31615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grpSp>
        <p:nvGrpSpPr>
          <p:cNvPr id="124" name="Group 124"/>
          <p:cNvGrpSpPr/>
          <p:nvPr/>
        </p:nvGrpSpPr>
        <p:grpSpPr>
          <a:xfrm>
            <a:off x="10573765" y="8227503"/>
            <a:ext cx="1474187" cy="153651"/>
            <a:chOff x="0" y="0"/>
            <a:chExt cx="303331" cy="31615"/>
          </a:xfrm>
          <a:solidFill>
            <a:schemeClr val="tx1">
              <a:lumMod val="50000"/>
              <a:lumOff val="50000"/>
            </a:schemeClr>
          </a:solidFill>
        </p:grpSpPr>
        <p:sp>
          <p:nvSpPr>
            <p:cNvPr id="125" name="Freeform 125"/>
            <p:cNvSpPr/>
            <p:nvPr/>
          </p:nvSpPr>
          <p:spPr>
            <a:xfrm>
              <a:off x="0" y="0"/>
              <a:ext cx="303331" cy="31615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126" name="TextBox 126"/>
            <p:cNvSpPr txBox="1"/>
            <p:nvPr/>
          </p:nvSpPr>
          <p:spPr>
            <a:xfrm>
              <a:off x="0" y="0"/>
              <a:ext cx="303331" cy="31615"/>
            </a:xfrm>
            <a:prstGeom prst="round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sp>
        <p:nvSpPr>
          <p:cNvPr id="128" name="Freeform 128"/>
          <p:cNvSpPr/>
          <p:nvPr/>
        </p:nvSpPr>
        <p:spPr>
          <a:xfrm>
            <a:off x="12434863" y="1988164"/>
            <a:ext cx="5615035" cy="3794400"/>
          </a:xfrm>
          <a:custGeom>
            <a:avLst/>
            <a:gdLst/>
            <a:ahLst/>
            <a:cxnLst/>
            <a:rect l="l" t="t" r="r" b="b"/>
            <a:pathLst>
              <a:path w="1395650" h="875857">
                <a:moveTo>
                  <a:pt x="27576" y="0"/>
                </a:moveTo>
                <a:lnTo>
                  <a:pt x="1368075" y="0"/>
                </a:lnTo>
                <a:cubicBezTo>
                  <a:pt x="1383304" y="0"/>
                  <a:pt x="1395650" y="12346"/>
                  <a:pt x="1395650" y="27576"/>
                </a:cubicBezTo>
                <a:lnTo>
                  <a:pt x="1395650" y="848282"/>
                </a:lnTo>
                <a:cubicBezTo>
                  <a:pt x="1395650" y="855595"/>
                  <a:pt x="1392745" y="862609"/>
                  <a:pt x="1387574" y="867781"/>
                </a:cubicBezTo>
                <a:cubicBezTo>
                  <a:pt x="1382402" y="872952"/>
                  <a:pt x="1375388" y="875857"/>
                  <a:pt x="1368075" y="875857"/>
                </a:cubicBezTo>
                <a:lnTo>
                  <a:pt x="27576" y="875857"/>
                </a:lnTo>
                <a:cubicBezTo>
                  <a:pt x="12346" y="875857"/>
                  <a:pt x="0" y="863511"/>
                  <a:pt x="0" y="848282"/>
                </a:cubicBezTo>
                <a:lnTo>
                  <a:pt x="0" y="27576"/>
                </a:lnTo>
                <a:cubicBezTo>
                  <a:pt x="0" y="12346"/>
                  <a:pt x="12346" y="0"/>
                  <a:pt x="27576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47625" cap="sq">
            <a:solidFill>
              <a:srgbClr val="C9CACA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130" name="Group 130"/>
          <p:cNvGrpSpPr/>
          <p:nvPr/>
        </p:nvGrpSpPr>
        <p:grpSpPr>
          <a:xfrm>
            <a:off x="15308477" y="3921872"/>
            <a:ext cx="2603010" cy="1608659"/>
            <a:chOff x="0" y="0"/>
            <a:chExt cx="691896" cy="427609"/>
          </a:xfrm>
          <a:solidFill>
            <a:srgbClr val="609DEE"/>
          </a:solidFill>
        </p:grpSpPr>
        <p:sp>
          <p:nvSpPr>
            <p:cNvPr id="131" name="Freeform 131"/>
            <p:cNvSpPr/>
            <p:nvPr/>
          </p:nvSpPr>
          <p:spPr>
            <a:xfrm>
              <a:off x="0" y="0"/>
              <a:ext cx="691896" cy="427609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TextBox 132"/>
            <p:cNvSpPr txBox="1"/>
            <p:nvPr/>
          </p:nvSpPr>
          <p:spPr>
            <a:xfrm>
              <a:off x="0" y="0"/>
              <a:ext cx="691896" cy="427609"/>
            </a:xfrm>
            <a:prstGeom prst="roundRect">
              <a:avLst/>
            </a:prstGeom>
            <a:grpFill/>
          </p:spPr>
          <p:txBody>
            <a:bodyPr lIns="50338" tIns="50338" rIns="50338" bIns="50338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sp>
        <p:nvSpPr>
          <p:cNvPr id="133" name="Freeform 133"/>
          <p:cNvSpPr/>
          <p:nvPr/>
        </p:nvSpPr>
        <p:spPr>
          <a:xfrm>
            <a:off x="15414280" y="4181782"/>
            <a:ext cx="1057705" cy="1342289"/>
          </a:xfrm>
          <a:custGeom>
            <a:avLst/>
            <a:gdLst/>
            <a:ahLst/>
            <a:cxnLst/>
            <a:rect l="l" t="t" r="r" b="b"/>
            <a:pathLst>
              <a:path w="1057705" h="1342289">
                <a:moveTo>
                  <a:pt x="0" y="0"/>
                </a:moveTo>
                <a:lnTo>
                  <a:pt x="1057705" y="0"/>
                </a:lnTo>
                <a:lnTo>
                  <a:pt x="1057705" y="1342289"/>
                </a:lnTo>
                <a:lnTo>
                  <a:pt x="0" y="134228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2690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4" name="TextBox 134"/>
          <p:cNvSpPr txBox="1"/>
          <p:nvPr/>
        </p:nvSpPr>
        <p:spPr>
          <a:xfrm>
            <a:off x="16604868" y="3985322"/>
            <a:ext cx="1132496" cy="4737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02"/>
              </a:lnSpc>
            </a:pPr>
            <a:r>
              <a:rPr lang="en-US" sz="1585" b="1" i="1">
                <a:solidFill>
                  <a:srgbClr val="FFFFFF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Gen Z</a:t>
            </a:r>
          </a:p>
          <a:p>
            <a:pPr algn="r">
              <a:lnSpc>
                <a:spcPts val="1902"/>
              </a:lnSpc>
            </a:pPr>
            <a:r>
              <a:rPr lang="en-US" sz="1585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(1997-2012)</a:t>
            </a:r>
          </a:p>
        </p:txBody>
      </p:sp>
      <p:grpSp>
        <p:nvGrpSpPr>
          <p:cNvPr id="135" name="Group 135"/>
          <p:cNvGrpSpPr/>
          <p:nvPr/>
        </p:nvGrpSpPr>
        <p:grpSpPr>
          <a:xfrm>
            <a:off x="16936257" y="4570386"/>
            <a:ext cx="1159789" cy="377228"/>
            <a:chOff x="0" y="0"/>
            <a:chExt cx="288273" cy="93762"/>
          </a:xfrm>
        </p:grpSpPr>
        <p:sp>
          <p:nvSpPr>
            <p:cNvPr id="136" name="Freeform 136"/>
            <p:cNvSpPr/>
            <p:nvPr/>
          </p:nvSpPr>
          <p:spPr>
            <a:xfrm>
              <a:off x="0" y="0"/>
              <a:ext cx="288273" cy="93762"/>
            </a:xfrm>
            <a:custGeom>
              <a:avLst/>
              <a:gdLst/>
              <a:ahLst/>
              <a:cxnLst/>
              <a:rect l="l" t="t" r="r" b="b"/>
              <a:pathLst>
                <a:path w="288273" h="93762">
                  <a:moveTo>
                    <a:pt x="46881" y="0"/>
                  </a:moveTo>
                  <a:lnTo>
                    <a:pt x="241391" y="0"/>
                  </a:lnTo>
                  <a:cubicBezTo>
                    <a:pt x="267283" y="0"/>
                    <a:pt x="288273" y="20989"/>
                    <a:pt x="288273" y="46881"/>
                  </a:cubicBezTo>
                  <a:lnTo>
                    <a:pt x="288273" y="46881"/>
                  </a:lnTo>
                  <a:cubicBezTo>
                    <a:pt x="288273" y="72773"/>
                    <a:pt x="267283" y="93762"/>
                    <a:pt x="241391" y="93762"/>
                  </a:cubicBezTo>
                  <a:lnTo>
                    <a:pt x="46881" y="93762"/>
                  </a:lnTo>
                  <a:cubicBezTo>
                    <a:pt x="20989" y="93762"/>
                    <a:pt x="0" y="72773"/>
                    <a:pt x="0" y="46881"/>
                  </a:cubicBezTo>
                  <a:lnTo>
                    <a:pt x="0" y="46881"/>
                  </a:lnTo>
                  <a:cubicBezTo>
                    <a:pt x="0" y="20989"/>
                    <a:pt x="20989" y="0"/>
                    <a:pt x="46881" y="0"/>
                  </a:cubicBezTo>
                  <a:close/>
                </a:path>
              </a:pathLst>
            </a:custGeom>
            <a:solidFill>
              <a:srgbClr val="FCFDFD">
                <a:alpha val="29804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7" name="TextBox 137"/>
            <p:cNvSpPr txBox="1"/>
            <p:nvPr/>
          </p:nvSpPr>
          <p:spPr>
            <a:xfrm>
              <a:off x="0" y="0"/>
              <a:ext cx="288273" cy="93762"/>
            </a:xfrm>
            <a:prstGeom prst="rect">
              <a:avLst/>
            </a:prstGeom>
          </p:spPr>
          <p:txBody>
            <a:bodyPr lIns="53829" tIns="53829" rIns="53829" bIns="53829" rtlCol="0" anchor="ctr"/>
            <a:lstStyle/>
            <a:p>
              <a:pPr algn="ctr">
                <a:lnSpc>
                  <a:spcPts val="1920"/>
                </a:lnSpc>
              </a:pPr>
              <a:endParaRPr/>
            </a:p>
          </p:txBody>
        </p:sp>
      </p:grpSp>
      <p:sp>
        <p:nvSpPr>
          <p:cNvPr id="138" name="TextBox 138"/>
          <p:cNvSpPr txBox="1"/>
          <p:nvPr/>
        </p:nvSpPr>
        <p:spPr>
          <a:xfrm>
            <a:off x="16286993" y="4542284"/>
            <a:ext cx="1426047" cy="8463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29"/>
              </a:lnSpc>
            </a:pPr>
            <a:r>
              <a:rPr lang="en-US" sz="2774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2774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persentase_z</a:t>
            </a:r>
            <a:r>
              <a:rPr lang="en-US" sz="2774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139" name="TextBox 139"/>
          <p:cNvSpPr txBox="1"/>
          <p:nvPr/>
        </p:nvSpPr>
        <p:spPr>
          <a:xfrm>
            <a:off x="16286993" y="5068160"/>
            <a:ext cx="1426047" cy="3093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497"/>
              </a:lnSpc>
            </a:pPr>
            <a:r>
              <a:rPr lang="en-US" sz="208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208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count_z</a:t>
            </a:r>
            <a:r>
              <a:rPr lang="en-US" sz="208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grpSp>
        <p:nvGrpSpPr>
          <p:cNvPr id="140" name="Group 140"/>
          <p:cNvGrpSpPr/>
          <p:nvPr/>
        </p:nvGrpSpPr>
        <p:grpSpPr>
          <a:xfrm>
            <a:off x="15308477" y="2243034"/>
            <a:ext cx="2603010" cy="1607479"/>
            <a:chOff x="0" y="0"/>
            <a:chExt cx="691865" cy="427259"/>
          </a:xfrm>
          <a:solidFill>
            <a:srgbClr val="E7457B"/>
          </a:solidFill>
        </p:grpSpPr>
        <p:sp>
          <p:nvSpPr>
            <p:cNvPr id="141" name="Freeform 141"/>
            <p:cNvSpPr/>
            <p:nvPr/>
          </p:nvSpPr>
          <p:spPr>
            <a:xfrm>
              <a:off x="0" y="0"/>
              <a:ext cx="691865" cy="427259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TextBox 142"/>
            <p:cNvSpPr txBox="1"/>
            <p:nvPr/>
          </p:nvSpPr>
          <p:spPr>
            <a:xfrm>
              <a:off x="0" y="0"/>
              <a:ext cx="691865" cy="427259"/>
            </a:xfrm>
            <a:prstGeom prst="roundRect">
              <a:avLst/>
            </a:prstGeom>
            <a:grpFill/>
          </p:spPr>
          <p:txBody>
            <a:bodyPr lIns="50338" tIns="50338" rIns="50338" bIns="50338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sp>
        <p:nvSpPr>
          <p:cNvPr id="143" name="Freeform 143"/>
          <p:cNvSpPr/>
          <p:nvPr/>
        </p:nvSpPr>
        <p:spPr>
          <a:xfrm>
            <a:off x="15398763" y="2531000"/>
            <a:ext cx="813649" cy="1319513"/>
          </a:xfrm>
          <a:custGeom>
            <a:avLst/>
            <a:gdLst/>
            <a:ahLst/>
            <a:cxnLst/>
            <a:rect l="l" t="t" r="r" b="b"/>
            <a:pathLst>
              <a:path w="813649" h="1319513">
                <a:moveTo>
                  <a:pt x="0" y="0"/>
                </a:moveTo>
                <a:lnTo>
                  <a:pt x="813649" y="0"/>
                </a:lnTo>
                <a:lnTo>
                  <a:pt x="813649" y="1319513"/>
                </a:lnTo>
                <a:lnTo>
                  <a:pt x="0" y="131951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-104497" r="-96924" b="-8586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4" name="TextBox 144"/>
          <p:cNvSpPr txBox="1"/>
          <p:nvPr/>
        </p:nvSpPr>
        <p:spPr>
          <a:xfrm>
            <a:off x="16604868" y="2359272"/>
            <a:ext cx="1132496" cy="4737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02"/>
              </a:lnSpc>
            </a:pPr>
            <a:r>
              <a:rPr lang="en-US" sz="1585" b="1" i="1">
                <a:solidFill>
                  <a:srgbClr val="FCFDFD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Gen Y</a:t>
            </a:r>
            <a:r>
              <a:rPr lang="en-US" sz="1585" b="1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</a:t>
            </a:r>
          </a:p>
          <a:p>
            <a:pPr algn="r">
              <a:lnSpc>
                <a:spcPts val="1902"/>
              </a:lnSpc>
            </a:pPr>
            <a:r>
              <a:rPr lang="en-US" sz="1585" b="1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(1981-1996)</a:t>
            </a:r>
          </a:p>
        </p:txBody>
      </p:sp>
      <p:grpSp>
        <p:nvGrpSpPr>
          <p:cNvPr id="145" name="Group 145"/>
          <p:cNvGrpSpPr/>
          <p:nvPr/>
        </p:nvGrpSpPr>
        <p:grpSpPr>
          <a:xfrm>
            <a:off x="16799105" y="3002142"/>
            <a:ext cx="1235054" cy="377228"/>
            <a:chOff x="0" y="0"/>
            <a:chExt cx="306980" cy="93762"/>
          </a:xfrm>
        </p:grpSpPr>
        <p:sp>
          <p:nvSpPr>
            <p:cNvPr id="146" name="Freeform 146"/>
            <p:cNvSpPr/>
            <p:nvPr/>
          </p:nvSpPr>
          <p:spPr>
            <a:xfrm>
              <a:off x="0" y="0"/>
              <a:ext cx="306980" cy="93762"/>
            </a:xfrm>
            <a:custGeom>
              <a:avLst/>
              <a:gdLst/>
              <a:ahLst/>
              <a:cxnLst/>
              <a:rect l="l" t="t" r="r" b="b"/>
              <a:pathLst>
                <a:path w="306980" h="93762">
                  <a:moveTo>
                    <a:pt x="46881" y="0"/>
                  </a:moveTo>
                  <a:lnTo>
                    <a:pt x="260099" y="0"/>
                  </a:lnTo>
                  <a:cubicBezTo>
                    <a:pt x="285991" y="0"/>
                    <a:pt x="306980" y="20989"/>
                    <a:pt x="306980" y="46881"/>
                  </a:cubicBezTo>
                  <a:lnTo>
                    <a:pt x="306980" y="46881"/>
                  </a:lnTo>
                  <a:cubicBezTo>
                    <a:pt x="306980" y="72773"/>
                    <a:pt x="285991" y="93762"/>
                    <a:pt x="260099" y="93762"/>
                  </a:cubicBezTo>
                  <a:lnTo>
                    <a:pt x="46881" y="93762"/>
                  </a:lnTo>
                  <a:cubicBezTo>
                    <a:pt x="20989" y="93762"/>
                    <a:pt x="0" y="72773"/>
                    <a:pt x="0" y="46881"/>
                  </a:cubicBezTo>
                  <a:lnTo>
                    <a:pt x="0" y="46881"/>
                  </a:lnTo>
                  <a:cubicBezTo>
                    <a:pt x="0" y="20989"/>
                    <a:pt x="20989" y="0"/>
                    <a:pt x="46881" y="0"/>
                  </a:cubicBezTo>
                  <a:close/>
                </a:path>
              </a:pathLst>
            </a:custGeom>
            <a:solidFill>
              <a:srgbClr val="FCFDFD">
                <a:alpha val="29804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TextBox 147"/>
            <p:cNvSpPr txBox="1"/>
            <p:nvPr/>
          </p:nvSpPr>
          <p:spPr>
            <a:xfrm>
              <a:off x="0" y="0"/>
              <a:ext cx="306980" cy="93762"/>
            </a:xfrm>
            <a:prstGeom prst="rect">
              <a:avLst/>
            </a:prstGeom>
          </p:spPr>
          <p:txBody>
            <a:bodyPr lIns="53829" tIns="53829" rIns="53829" bIns="53829" rtlCol="0" anchor="ctr"/>
            <a:lstStyle/>
            <a:p>
              <a:pPr algn="ctr">
                <a:lnSpc>
                  <a:spcPts val="1920"/>
                </a:lnSpc>
              </a:pPr>
              <a:endParaRPr/>
            </a:p>
          </p:txBody>
        </p:sp>
      </p:grpSp>
      <p:sp>
        <p:nvSpPr>
          <p:cNvPr id="148" name="TextBox 148"/>
          <p:cNvSpPr txBox="1"/>
          <p:nvPr/>
        </p:nvSpPr>
        <p:spPr>
          <a:xfrm>
            <a:off x="16306645" y="2971442"/>
            <a:ext cx="1426047" cy="8463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29"/>
              </a:lnSpc>
            </a:pPr>
            <a:r>
              <a:rPr lang="en-US" sz="2774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2774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persentase_y</a:t>
            </a:r>
            <a:r>
              <a:rPr lang="en-US" sz="2774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149" name="TextBox 149"/>
          <p:cNvSpPr txBox="1"/>
          <p:nvPr/>
        </p:nvSpPr>
        <p:spPr>
          <a:xfrm>
            <a:off x="16286993" y="3441304"/>
            <a:ext cx="1426047" cy="3093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497"/>
              </a:lnSpc>
            </a:pPr>
            <a:r>
              <a:rPr lang="en-US" sz="2080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2080" b="1" dirty="0" err="1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count_y</a:t>
            </a:r>
            <a:r>
              <a:rPr lang="en-US" sz="2080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grpSp>
        <p:nvGrpSpPr>
          <p:cNvPr id="150" name="Group 150"/>
          <p:cNvGrpSpPr/>
          <p:nvPr/>
        </p:nvGrpSpPr>
        <p:grpSpPr>
          <a:xfrm>
            <a:off x="12574698" y="2241865"/>
            <a:ext cx="2603010" cy="1608648"/>
            <a:chOff x="0" y="0"/>
            <a:chExt cx="691865" cy="427569"/>
          </a:xfrm>
          <a:solidFill>
            <a:srgbClr val="609DEE"/>
          </a:solidFill>
        </p:grpSpPr>
        <p:sp>
          <p:nvSpPr>
            <p:cNvPr id="151" name="Freeform 151"/>
            <p:cNvSpPr/>
            <p:nvPr/>
          </p:nvSpPr>
          <p:spPr>
            <a:xfrm>
              <a:off x="0" y="0"/>
              <a:ext cx="691865" cy="427569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TextBox 152"/>
            <p:cNvSpPr txBox="1"/>
            <p:nvPr/>
          </p:nvSpPr>
          <p:spPr>
            <a:xfrm>
              <a:off x="0" y="0"/>
              <a:ext cx="691865" cy="427569"/>
            </a:xfrm>
            <a:prstGeom prst="roundRect">
              <a:avLst/>
            </a:prstGeom>
            <a:grpFill/>
          </p:spPr>
          <p:txBody>
            <a:bodyPr lIns="50338" tIns="50338" rIns="50338" bIns="50338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sp>
        <p:nvSpPr>
          <p:cNvPr id="153" name="Freeform 153"/>
          <p:cNvSpPr/>
          <p:nvPr/>
        </p:nvSpPr>
        <p:spPr>
          <a:xfrm>
            <a:off x="12586587" y="2430413"/>
            <a:ext cx="1175064" cy="1420099"/>
          </a:xfrm>
          <a:custGeom>
            <a:avLst/>
            <a:gdLst/>
            <a:ahLst/>
            <a:cxnLst/>
            <a:rect l="l" t="t" r="r" b="b"/>
            <a:pathLst>
              <a:path w="1175064" h="1420099">
                <a:moveTo>
                  <a:pt x="0" y="0"/>
                </a:moveTo>
                <a:lnTo>
                  <a:pt x="1175064" y="0"/>
                </a:lnTo>
                <a:lnTo>
                  <a:pt x="1175064" y="1420100"/>
                </a:lnTo>
                <a:lnTo>
                  <a:pt x="0" y="142010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-2952" b="-2786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4" name="TextBox 154"/>
          <p:cNvSpPr txBox="1"/>
          <p:nvPr/>
        </p:nvSpPr>
        <p:spPr>
          <a:xfrm>
            <a:off x="13349199" y="2359272"/>
            <a:ext cx="1636885" cy="4737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02"/>
              </a:lnSpc>
            </a:pPr>
            <a:r>
              <a:rPr lang="en-US" sz="1585" b="1" i="1">
                <a:solidFill>
                  <a:srgbClr val="FFFFFF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Baby Boomers</a:t>
            </a:r>
            <a:r>
              <a:rPr lang="en-US" sz="1585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(1946-1964)</a:t>
            </a:r>
          </a:p>
        </p:txBody>
      </p:sp>
      <p:grpSp>
        <p:nvGrpSpPr>
          <p:cNvPr id="155" name="Group 155"/>
          <p:cNvGrpSpPr/>
          <p:nvPr/>
        </p:nvGrpSpPr>
        <p:grpSpPr>
          <a:xfrm>
            <a:off x="14225922" y="2990471"/>
            <a:ext cx="1082555" cy="377228"/>
            <a:chOff x="0" y="0"/>
            <a:chExt cx="269075" cy="93762"/>
          </a:xfrm>
        </p:grpSpPr>
        <p:sp>
          <p:nvSpPr>
            <p:cNvPr id="156" name="Freeform 156"/>
            <p:cNvSpPr/>
            <p:nvPr/>
          </p:nvSpPr>
          <p:spPr>
            <a:xfrm>
              <a:off x="0" y="0"/>
              <a:ext cx="269075" cy="93762"/>
            </a:xfrm>
            <a:custGeom>
              <a:avLst/>
              <a:gdLst/>
              <a:ahLst/>
              <a:cxnLst/>
              <a:rect l="l" t="t" r="r" b="b"/>
              <a:pathLst>
                <a:path w="269075" h="93762">
                  <a:moveTo>
                    <a:pt x="46881" y="0"/>
                  </a:moveTo>
                  <a:lnTo>
                    <a:pt x="222194" y="0"/>
                  </a:lnTo>
                  <a:cubicBezTo>
                    <a:pt x="248086" y="0"/>
                    <a:pt x="269075" y="20989"/>
                    <a:pt x="269075" y="46881"/>
                  </a:cubicBezTo>
                  <a:lnTo>
                    <a:pt x="269075" y="46881"/>
                  </a:lnTo>
                  <a:cubicBezTo>
                    <a:pt x="269075" y="72773"/>
                    <a:pt x="248086" y="93762"/>
                    <a:pt x="222194" y="93762"/>
                  </a:cubicBezTo>
                  <a:lnTo>
                    <a:pt x="46881" y="93762"/>
                  </a:lnTo>
                  <a:cubicBezTo>
                    <a:pt x="20989" y="93762"/>
                    <a:pt x="0" y="72773"/>
                    <a:pt x="0" y="46881"/>
                  </a:cubicBezTo>
                  <a:lnTo>
                    <a:pt x="0" y="46881"/>
                  </a:lnTo>
                  <a:cubicBezTo>
                    <a:pt x="0" y="20989"/>
                    <a:pt x="20989" y="0"/>
                    <a:pt x="46881" y="0"/>
                  </a:cubicBezTo>
                  <a:close/>
                </a:path>
              </a:pathLst>
            </a:custGeom>
            <a:solidFill>
              <a:srgbClr val="FCFDFD">
                <a:alpha val="29804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7" name="TextBox 157"/>
            <p:cNvSpPr txBox="1"/>
            <p:nvPr/>
          </p:nvSpPr>
          <p:spPr>
            <a:xfrm>
              <a:off x="0" y="0"/>
              <a:ext cx="269075" cy="93762"/>
            </a:xfrm>
            <a:prstGeom prst="rect">
              <a:avLst/>
            </a:prstGeom>
          </p:spPr>
          <p:txBody>
            <a:bodyPr lIns="53829" tIns="53829" rIns="53829" bIns="53829" rtlCol="0" anchor="ctr"/>
            <a:lstStyle/>
            <a:p>
              <a:pPr algn="ctr">
                <a:lnSpc>
                  <a:spcPts val="1920"/>
                </a:lnSpc>
              </a:pPr>
              <a:endParaRPr/>
            </a:p>
          </p:txBody>
        </p:sp>
      </p:grpSp>
      <p:sp>
        <p:nvSpPr>
          <p:cNvPr id="158" name="TextBox 158"/>
          <p:cNvSpPr txBox="1"/>
          <p:nvPr/>
        </p:nvSpPr>
        <p:spPr>
          <a:xfrm>
            <a:off x="13560037" y="2971442"/>
            <a:ext cx="1426047" cy="1269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29"/>
              </a:lnSpc>
            </a:pPr>
            <a:r>
              <a:rPr lang="en-US" sz="2774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2774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persentase_bb</a:t>
            </a:r>
            <a:r>
              <a:rPr lang="en-US" sz="2774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159" name="TextBox 159"/>
          <p:cNvSpPr txBox="1"/>
          <p:nvPr/>
        </p:nvSpPr>
        <p:spPr>
          <a:xfrm>
            <a:off x="13560037" y="3441304"/>
            <a:ext cx="1426047" cy="3093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497"/>
              </a:lnSpc>
            </a:pPr>
            <a:r>
              <a:rPr lang="en-US" sz="208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208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count_bb</a:t>
            </a:r>
            <a:r>
              <a:rPr lang="en-US" sz="208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grpSp>
        <p:nvGrpSpPr>
          <p:cNvPr id="160" name="Group 160"/>
          <p:cNvGrpSpPr/>
          <p:nvPr/>
        </p:nvGrpSpPr>
        <p:grpSpPr>
          <a:xfrm>
            <a:off x="12578102" y="3928332"/>
            <a:ext cx="2603010" cy="1602199"/>
            <a:chOff x="0" y="0"/>
            <a:chExt cx="691865" cy="425855"/>
          </a:xfrm>
          <a:solidFill>
            <a:srgbClr val="E7457B"/>
          </a:solidFill>
        </p:grpSpPr>
        <p:sp>
          <p:nvSpPr>
            <p:cNvPr id="161" name="Freeform 161"/>
            <p:cNvSpPr/>
            <p:nvPr/>
          </p:nvSpPr>
          <p:spPr>
            <a:xfrm>
              <a:off x="0" y="0"/>
              <a:ext cx="691865" cy="425855"/>
            </a:xfrm>
            <a:prstGeom prst="roundRect">
              <a:avLst/>
            </a:pr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162" name="TextBox 162"/>
            <p:cNvSpPr txBox="1"/>
            <p:nvPr/>
          </p:nvSpPr>
          <p:spPr>
            <a:xfrm>
              <a:off x="0" y="0"/>
              <a:ext cx="691865" cy="425855"/>
            </a:xfrm>
            <a:prstGeom prst="roundRect">
              <a:avLst/>
            </a:prstGeom>
            <a:grpFill/>
          </p:spPr>
          <p:txBody>
            <a:bodyPr lIns="50338" tIns="50338" rIns="50338" bIns="50338" rtlCol="0" anchor="ctr"/>
            <a:lstStyle/>
            <a:p>
              <a:pPr algn="ctr">
                <a:lnSpc>
                  <a:spcPts val="1919"/>
                </a:lnSpc>
              </a:pPr>
              <a:endParaRPr/>
            </a:p>
          </p:txBody>
        </p:sp>
      </p:grpSp>
      <p:sp>
        <p:nvSpPr>
          <p:cNvPr id="163" name="Freeform 163"/>
          <p:cNvSpPr/>
          <p:nvPr/>
        </p:nvSpPr>
        <p:spPr>
          <a:xfrm>
            <a:off x="12608381" y="4136333"/>
            <a:ext cx="1015478" cy="1385114"/>
          </a:xfrm>
          <a:custGeom>
            <a:avLst/>
            <a:gdLst/>
            <a:ahLst/>
            <a:cxnLst/>
            <a:rect l="l" t="t" r="r" b="b"/>
            <a:pathLst>
              <a:path w="1015478" h="1385114">
                <a:moveTo>
                  <a:pt x="0" y="0"/>
                </a:moveTo>
                <a:lnTo>
                  <a:pt x="1015477" y="0"/>
                </a:lnTo>
                <a:lnTo>
                  <a:pt x="1015477" y="1385113"/>
                </a:lnTo>
                <a:lnTo>
                  <a:pt x="0" y="138511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b="-10039"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64" name="Group 164"/>
          <p:cNvGrpSpPr/>
          <p:nvPr/>
        </p:nvGrpSpPr>
        <p:grpSpPr>
          <a:xfrm>
            <a:off x="14148687" y="4561312"/>
            <a:ext cx="1159789" cy="377228"/>
            <a:chOff x="0" y="0"/>
            <a:chExt cx="288273" cy="93762"/>
          </a:xfrm>
        </p:grpSpPr>
        <p:sp>
          <p:nvSpPr>
            <p:cNvPr id="165" name="Freeform 165"/>
            <p:cNvSpPr/>
            <p:nvPr/>
          </p:nvSpPr>
          <p:spPr>
            <a:xfrm>
              <a:off x="0" y="0"/>
              <a:ext cx="288273" cy="93762"/>
            </a:xfrm>
            <a:custGeom>
              <a:avLst/>
              <a:gdLst/>
              <a:ahLst/>
              <a:cxnLst/>
              <a:rect l="l" t="t" r="r" b="b"/>
              <a:pathLst>
                <a:path w="288273" h="93762">
                  <a:moveTo>
                    <a:pt x="46881" y="0"/>
                  </a:moveTo>
                  <a:lnTo>
                    <a:pt x="241391" y="0"/>
                  </a:lnTo>
                  <a:cubicBezTo>
                    <a:pt x="267283" y="0"/>
                    <a:pt x="288273" y="20989"/>
                    <a:pt x="288273" y="46881"/>
                  </a:cubicBezTo>
                  <a:lnTo>
                    <a:pt x="288273" y="46881"/>
                  </a:lnTo>
                  <a:cubicBezTo>
                    <a:pt x="288273" y="72773"/>
                    <a:pt x="267283" y="93762"/>
                    <a:pt x="241391" y="93762"/>
                  </a:cubicBezTo>
                  <a:lnTo>
                    <a:pt x="46881" y="93762"/>
                  </a:lnTo>
                  <a:cubicBezTo>
                    <a:pt x="20989" y="93762"/>
                    <a:pt x="0" y="72773"/>
                    <a:pt x="0" y="46881"/>
                  </a:cubicBezTo>
                  <a:lnTo>
                    <a:pt x="0" y="46881"/>
                  </a:lnTo>
                  <a:cubicBezTo>
                    <a:pt x="0" y="20989"/>
                    <a:pt x="20989" y="0"/>
                    <a:pt x="46881" y="0"/>
                  </a:cubicBezTo>
                  <a:close/>
                </a:path>
              </a:pathLst>
            </a:custGeom>
            <a:solidFill>
              <a:srgbClr val="FCFDFD">
                <a:alpha val="29804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6" name="TextBox 166"/>
            <p:cNvSpPr txBox="1"/>
            <p:nvPr/>
          </p:nvSpPr>
          <p:spPr>
            <a:xfrm>
              <a:off x="0" y="0"/>
              <a:ext cx="288273" cy="93762"/>
            </a:xfrm>
            <a:prstGeom prst="rect">
              <a:avLst/>
            </a:prstGeom>
          </p:spPr>
          <p:txBody>
            <a:bodyPr lIns="53829" tIns="53829" rIns="53829" bIns="53829" rtlCol="0" anchor="ctr"/>
            <a:lstStyle/>
            <a:p>
              <a:pPr algn="ctr">
                <a:lnSpc>
                  <a:spcPts val="1920"/>
                </a:lnSpc>
              </a:pPr>
              <a:endParaRPr/>
            </a:p>
          </p:txBody>
        </p:sp>
      </p:grpSp>
      <p:sp>
        <p:nvSpPr>
          <p:cNvPr id="167" name="TextBox 167"/>
          <p:cNvSpPr txBox="1"/>
          <p:nvPr/>
        </p:nvSpPr>
        <p:spPr>
          <a:xfrm>
            <a:off x="13636732" y="4542422"/>
            <a:ext cx="1426047" cy="8463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29"/>
              </a:lnSpc>
            </a:pPr>
            <a:r>
              <a:rPr lang="en-US" sz="2774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2774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persentase_x</a:t>
            </a:r>
            <a:r>
              <a:rPr lang="en-US" sz="2774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168" name="TextBox 168"/>
          <p:cNvSpPr txBox="1"/>
          <p:nvPr/>
        </p:nvSpPr>
        <p:spPr>
          <a:xfrm>
            <a:off x="13617080" y="5068298"/>
            <a:ext cx="1426047" cy="3093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497"/>
              </a:lnSpc>
            </a:pPr>
            <a:r>
              <a:rPr lang="en-US" sz="2080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2080" b="1" dirty="0" err="1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count_x</a:t>
            </a:r>
            <a:r>
              <a:rPr lang="en-US" sz="2080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169" name="TextBox 169"/>
          <p:cNvSpPr txBox="1"/>
          <p:nvPr/>
        </p:nvSpPr>
        <p:spPr>
          <a:xfrm>
            <a:off x="13610558" y="3985322"/>
            <a:ext cx="1452222" cy="4737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02"/>
              </a:lnSpc>
            </a:pPr>
            <a:r>
              <a:rPr lang="en-US" sz="1585" b="1" i="1">
                <a:solidFill>
                  <a:srgbClr val="FFFFFF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Gen X</a:t>
            </a:r>
            <a:r>
              <a:rPr lang="en-US" sz="1585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</a:t>
            </a:r>
          </a:p>
          <a:p>
            <a:pPr algn="r">
              <a:lnSpc>
                <a:spcPts val="1902"/>
              </a:lnSpc>
            </a:pPr>
            <a:r>
              <a:rPr lang="en-US" sz="1585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(1965-1980)</a:t>
            </a:r>
          </a:p>
        </p:txBody>
      </p:sp>
      <p:sp>
        <p:nvSpPr>
          <p:cNvPr id="17" name="Freeform 10">
            <a:extLst>
              <a:ext uri="{FF2B5EF4-FFF2-40B4-BE49-F238E27FC236}">
                <a16:creationId xmlns:a16="http://schemas.microsoft.com/office/drawing/2014/main" id="{1CC7C534-5D7D-0B64-DA68-FF17D8A9DE49}"/>
              </a:ext>
            </a:extLst>
          </p:cNvPr>
          <p:cNvSpPr/>
          <p:nvPr/>
        </p:nvSpPr>
        <p:spPr>
          <a:xfrm>
            <a:off x="413156" y="2409878"/>
            <a:ext cx="5458074" cy="1430556"/>
          </a:xfrm>
          <a:custGeom>
            <a:avLst/>
            <a:gdLst/>
            <a:ahLst/>
            <a:cxnLst/>
            <a:rect l="l" t="t" r="r" b="b"/>
            <a:pathLst>
              <a:path w="1437517" h="376772">
                <a:moveTo>
                  <a:pt x="36879" y="0"/>
                </a:moveTo>
                <a:lnTo>
                  <a:pt x="1400638" y="0"/>
                </a:lnTo>
                <a:cubicBezTo>
                  <a:pt x="1410419" y="0"/>
                  <a:pt x="1419799" y="3885"/>
                  <a:pt x="1426716" y="10802"/>
                </a:cubicBezTo>
                <a:cubicBezTo>
                  <a:pt x="1433632" y="17718"/>
                  <a:pt x="1437517" y="27098"/>
                  <a:pt x="1437517" y="36879"/>
                </a:cubicBezTo>
                <a:lnTo>
                  <a:pt x="1437517" y="339893"/>
                </a:lnTo>
                <a:cubicBezTo>
                  <a:pt x="1437517" y="349674"/>
                  <a:pt x="1433632" y="359054"/>
                  <a:pt x="1426716" y="365970"/>
                </a:cubicBezTo>
                <a:cubicBezTo>
                  <a:pt x="1419799" y="372886"/>
                  <a:pt x="1410419" y="376772"/>
                  <a:pt x="1400638" y="376772"/>
                </a:cubicBezTo>
                <a:lnTo>
                  <a:pt x="36879" y="376772"/>
                </a:lnTo>
                <a:cubicBezTo>
                  <a:pt x="27098" y="376772"/>
                  <a:pt x="17718" y="372886"/>
                  <a:pt x="10802" y="365970"/>
                </a:cubicBezTo>
                <a:cubicBezTo>
                  <a:pt x="3885" y="359054"/>
                  <a:pt x="0" y="349674"/>
                  <a:pt x="0" y="339893"/>
                </a:cubicBezTo>
                <a:lnTo>
                  <a:pt x="0" y="36879"/>
                </a:lnTo>
                <a:cubicBezTo>
                  <a:pt x="0" y="27098"/>
                  <a:pt x="3885" y="17718"/>
                  <a:pt x="10802" y="10802"/>
                </a:cubicBezTo>
                <a:cubicBezTo>
                  <a:pt x="17718" y="3885"/>
                  <a:pt x="27098" y="0"/>
                  <a:pt x="36879" y="0"/>
                </a:cubicBezTo>
                <a:close/>
              </a:path>
            </a:pathLst>
          </a:custGeom>
          <a:solidFill>
            <a:srgbClr val="E7457B"/>
          </a:solidFill>
        </p:spPr>
        <p:txBody>
          <a:bodyPr/>
          <a:lstStyle/>
          <a:p>
            <a:endParaRPr lang="en-US"/>
          </a:p>
        </p:txBody>
      </p:sp>
      <p:sp>
        <p:nvSpPr>
          <p:cNvPr id="170" name="Freeform 170"/>
          <p:cNvSpPr/>
          <p:nvPr/>
        </p:nvSpPr>
        <p:spPr>
          <a:xfrm>
            <a:off x="413156" y="290531"/>
            <a:ext cx="1878328" cy="925076"/>
          </a:xfrm>
          <a:custGeom>
            <a:avLst/>
            <a:gdLst/>
            <a:ahLst/>
            <a:cxnLst/>
            <a:rect l="l" t="t" r="r" b="b"/>
            <a:pathLst>
              <a:path w="1878328" h="925076">
                <a:moveTo>
                  <a:pt x="0" y="0"/>
                </a:moveTo>
                <a:lnTo>
                  <a:pt x="1878328" y="0"/>
                </a:lnTo>
                <a:lnTo>
                  <a:pt x="1878328" y="925076"/>
                </a:lnTo>
                <a:lnTo>
                  <a:pt x="0" y="925076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2" name="Freeform 172"/>
          <p:cNvSpPr/>
          <p:nvPr/>
        </p:nvSpPr>
        <p:spPr>
          <a:xfrm>
            <a:off x="6322352" y="1989831"/>
            <a:ext cx="5906102" cy="3792733"/>
          </a:xfrm>
          <a:custGeom>
            <a:avLst/>
            <a:gdLst/>
            <a:ahLst/>
            <a:cxnLst/>
            <a:rect l="l" t="t" r="r" b="b"/>
            <a:pathLst>
              <a:path w="1555516" h="998909">
                <a:moveTo>
                  <a:pt x="34082" y="0"/>
                </a:moveTo>
                <a:lnTo>
                  <a:pt x="1521435" y="0"/>
                </a:lnTo>
                <a:cubicBezTo>
                  <a:pt x="1530474" y="0"/>
                  <a:pt x="1539143" y="3591"/>
                  <a:pt x="1545534" y="9982"/>
                </a:cubicBezTo>
                <a:cubicBezTo>
                  <a:pt x="1551926" y="16374"/>
                  <a:pt x="1555516" y="25043"/>
                  <a:pt x="1555516" y="34082"/>
                </a:cubicBezTo>
                <a:lnTo>
                  <a:pt x="1555516" y="964827"/>
                </a:lnTo>
                <a:cubicBezTo>
                  <a:pt x="1555516" y="973866"/>
                  <a:pt x="1551926" y="982535"/>
                  <a:pt x="1545534" y="988927"/>
                </a:cubicBezTo>
                <a:cubicBezTo>
                  <a:pt x="1539143" y="995318"/>
                  <a:pt x="1530474" y="998909"/>
                  <a:pt x="1521435" y="998909"/>
                </a:cubicBezTo>
                <a:lnTo>
                  <a:pt x="34082" y="998909"/>
                </a:lnTo>
                <a:cubicBezTo>
                  <a:pt x="15259" y="998909"/>
                  <a:pt x="0" y="983650"/>
                  <a:pt x="0" y="964827"/>
                </a:cubicBezTo>
                <a:lnTo>
                  <a:pt x="0" y="34082"/>
                </a:lnTo>
                <a:cubicBezTo>
                  <a:pt x="0" y="25043"/>
                  <a:pt x="3591" y="16374"/>
                  <a:pt x="9982" y="9982"/>
                </a:cubicBezTo>
                <a:cubicBezTo>
                  <a:pt x="16374" y="3591"/>
                  <a:pt x="25043" y="0"/>
                  <a:pt x="34082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47625" cap="rnd">
            <a:solidFill>
              <a:srgbClr val="C9CACA"/>
            </a:solidFill>
            <a:prstDash val="solid"/>
            <a:round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174" name="Group 174"/>
          <p:cNvGrpSpPr/>
          <p:nvPr/>
        </p:nvGrpSpPr>
        <p:grpSpPr>
          <a:xfrm>
            <a:off x="6553977" y="5115909"/>
            <a:ext cx="5442852" cy="494738"/>
            <a:chOff x="0" y="0"/>
            <a:chExt cx="7257136" cy="659651"/>
          </a:xfrm>
          <a:solidFill>
            <a:srgbClr val="C9CACA"/>
          </a:solidFill>
        </p:grpSpPr>
        <p:sp>
          <p:nvSpPr>
            <p:cNvPr id="175" name="Freeform 175"/>
            <p:cNvSpPr/>
            <p:nvPr/>
          </p:nvSpPr>
          <p:spPr>
            <a:xfrm>
              <a:off x="0" y="0"/>
              <a:ext cx="7257161" cy="659638"/>
            </a:xfrm>
            <a:custGeom>
              <a:avLst/>
              <a:gdLst/>
              <a:ahLst/>
              <a:cxnLst/>
              <a:rect l="l" t="t" r="r" b="b"/>
              <a:pathLst>
                <a:path w="7257161" h="659638">
                  <a:moveTo>
                    <a:pt x="0" y="109982"/>
                  </a:moveTo>
                  <a:cubicBezTo>
                    <a:pt x="0" y="49276"/>
                    <a:pt x="49276" y="0"/>
                    <a:pt x="109982" y="0"/>
                  </a:cubicBezTo>
                  <a:lnTo>
                    <a:pt x="7147179" y="0"/>
                  </a:lnTo>
                  <a:cubicBezTo>
                    <a:pt x="7207886" y="0"/>
                    <a:pt x="7257161" y="49276"/>
                    <a:pt x="7257161" y="109982"/>
                  </a:cubicBezTo>
                  <a:lnTo>
                    <a:pt x="7257161" y="549656"/>
                  </a:lnTo>
                  <a:cubicBezTo>
                    <a:pt x="7257161" y="610362"/>
                    <a:pt x="7207886" y="659638"/>
                    <a:pt x="7147179" y="659638"/>
                  </a:cubicBezTo>
                  <a:lnTo>
                    <a:pt x="109982" y="659638"/>
                  </a:lnTo>
                  <a:cubicBezTo>
                    <a:pt x="49276" y="659638"/>
                    <a:pt x="0" y="610489"/>
                    <a:pt x="0" y="549656"/>
                  </a:cubicBezTo>
                  <a:close/>
                </a:path>
              </a:pathLst>
            </a:custGeom>
            <a:grpFill/>
            <a:ln w="12700"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76" name="Group 176"/>
          <p:cNvGrpSpPr/>
          <p:nvPr/>
        </p:nvGrpSpPr>
        <p:grpSpPr>
          <a:xfrm>
            <a:off x="6553977" y="4547752"/>
            <a:ext cx="5442852" cy="494738"/>
            <a:chOff x="0" y="0"/>
            <a:chExt cx="7257136" cy="659651"/>
          </a:xfrm>
          <a:solidFill>
            <a:srgbClr val="C9CACA"/>
          </a:solidFill>
        </p:grpSpPr>
        <p:sp>
          <p:nvSpPr>
            <p:cNvPr id="177" name="Freeform 177"/>
            <p:cNvSpPr/>
            <p:nvPr/>
          </p:nvSpPr>
          <p:spPr>
            <a:xfrm>
              <a:off x="0" y="0"/>
              <a:ext cx="7257161" cy="659638"/>
            </a:xfrm>
            <a:custGeom>
              <a:avLst/>
              <a:gdLst/>
              <a:ahLst/>
              <a:cxnLst/>
              <a:rect l="l" t="t" r="r" b="b"/>
              <a:pathLst>
                <a:path w="7257161" h="659638">
                  <a:moveTo>
                    <a:pt x="0" y="109982"/>
                  </a:moveTo>
                  <a:cubicBezTo>
                    <a:pt x="0" y="49276"/>
                    <a:pt x="49276" y="0"/>
                    <a:pt x="109982" y="0"/>
                  </a:cubicBezTo>
                  <a:lnTo>
                    <a:pt x="7147179" y="0"/>
                  </a:lnTo>
                  <a:cubicBezTo>
                    <a:pt x="7207886" y="0"/>
                    <a:pt x="7257161" y="49276"/>
                    <a:pt x="7257161" y="109982"/>
                  </a:cubicBezTo>
                  <a:lnTo>
                    <a:pt x="7257161" y="549656"/>
                  </a:lnTo>
                  <a:cubicBezTo>
                    <a:pt x="7257161" y="610362"/>
                    <a:pt x="7207886" y="659638"/>
                    <a:pt x="7147179" y="659638"/>
                  </a:cubicBezTo>
                  <a:lnTo>
                    <a:pt x="109982" y="659638"/>
                  </a:lnTo>
                  <a:cubicBezTo>
                    <a:pt x="49276" y="659638"/>
                    <a:pt x="0" y="610489"/>
                    <a:pt x="0" y="549656"/>
                  </a:cubicBezTo>
                  <a:close/>
                </a:path>
              </a:pathLst>
            </a:custGeom>
            <a:grpFill/>
            <a:ln w="12700"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78" name="Group 178"/>
          <p:cNvGrpSpPr/>
          <p:nvPr/>
        </p:nvGrpSpPr>
        <p:grpSpPr>
          <a:xfrm>
            <a:off x="6553977" y="3973119"/>
            <a:ext cx="5442852" cy="494738"/>
            <a:chOff x="0" y="0"/>
            <a:chExt cx="7257136" cy="659651"/>
          </a:xfrm>
          <a:solidFill>
            <a:srgbClr val="C9CACA"/>
          </a:solidFill>
        </p:grpSpPr>
        <p:sp>
          <p:nvSpPr>
            <p:cNvPr id="179" name="Freeform 179"/>
            <p:cNvSpPr/>
            <p:nvPr/>
          </p:nvSpPr>
          <p:spPr>
            <a:xfrm>
              <a:off x="0" y="0"/>
              <a:ext cx="7257161" cy="659638"/>
            </a:xfrm>
            <a:custGeom>
              <a:avLst/>
              <a:gdLst/>
              <a:ahLst/>
              <a:cxnLst/>
              <a:rect l="l" t="t" r="r" b="b"/>
              <a:pathLst>
                <a:path w="7257161" h="659638">
                  <a:moveTo>
                    <a:pt x="0" y="109982"/>
                  </a:moveTo>
                  <a:cubicBezTo>
                    <a:pt x="0" y="49276"/>
                    <a:pt x="49276" y="0"/>
                    <a:pt x="109982" y="0"/>
                  </a:cubicBezTo>
                  <a:lnTo>
                    <a:pt x="7147179" y="0"/>
                  </a:lnTo>
                  <a:cubicBezTo>
                    <a:pt x="7207886" y="0"/>
                    <a:pt x="7257161" y="49276"/>
                    <a:pt x="7257161" y="109982"/>
                  </a:cubicBezTo>
                  <a:lnTo>
                    <a:pt x="7257161" y="549656"/>
                  </a:lnTo>
                  <a:cubicBezTo>
                    <a:pt x="7257161" y="610362"/>
                    <a:pt x="7207886" y="659638"/>
                    <a:pt x="7147179" y="659638"/>
                  </a:cubicBezTo>
                  <a:lnTo>
                    <a:pt x="109982" y="659638"/>
                  </a:lnTo>
                  <a:cubicBezTo>
                    <a:pt x="49276" y="659638"/>
                    <a:pt x="0" y="610489"/>
                    <a:pt x="0" y="549656"/>
                  </a:cubicBezTo>
                  <a:close/>
                </a:path>
              </a:pathLst>
            </a:custGeom>
            <a:grpFill/>
            <a:ln w="12700"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0" name="Group 180"/>
          <p:cNvGrpSpPr/>
          <p:nvPr/>
        </p:nvGrpSpPr>
        <p:grpSpPr>
          <a:xfrm>
            <a:off x="6614530" y="2457043"/>
            <a:ext cx="5442852" cy="1204684"/>
            <a:chOff x="0" y="0"/>
            <a:chExt cx="7257136" cy="1606245"/>
          </a:xfrm>
          <a:solidFill>
            <a:srgbClr val="E7457B"/>
          </a:solidFill>
        </p:grpSpPr>
        <p:sp>
          <p:nvSpPr>
            <p:cNvPr id="181" name="Freeform 181"/>
            <p:cNvSpPr/>
            <p:nvPr/>
          </p:nvSpPr>
          <p:spPr>
            <a:xfrm>
              <a:off x="0" y="0"/>
              <a:ext cx="7257161" cy="1606296"/>
            </a:xfrm>
            <a:custGeom>
              <a:avLst/>
              <a:gdLst/>
              <a:ahLst/>
              <a:cxnLst/>
              <a:rect l="l" t="t" r="r" b="b"/>
              <a:pathLst>
                <a:path w="7257161" h="1606296">
                  <a:moveTo>
                    <a:pt x="0" y="267716"/>
                  </a:moveTo>
                  <a:cubicBezTo>
                    <a:pt x="0" y="119888"/>
                    <a:pt x="119888" y="0"/>
                    <a:pt x="267716" y="0"/>
                  </a:cubicBezTo>
                  <a:lnTo>
                    <a:pt x="6989445" y="0"/>
                  </a:lnTo>
                  <a:cubicBezTo>
                    <a:pt x="7137273" y="0"/>
                    <a:pt x="7257161" y="119888"/>
                    <a:pt x="7257161" y="267716"/>
                  </a:cubicBezTo>
                  <a:lnTo>
                    <a:pt x="7257161" y="1338580"/>
                  </a:lnTo>
                  <a:cubicBezTo>
                    <a:pt x="7257161" y="1486408"/>
                    <a:pt x="7137273" y="1606296"/>
                    <a:pt x="6989445" y="1606296"/>
                  </a:cubicBezTo>
                  <a:lnTo>
                    <a:pt x="267716" y="1606296"/>
                  </a:lnTo>
                  <a:cubicBezTo>
                    <a:pt x="119888" y="1606296"/>
                    <a:pt x="0" y="1486408"/>
                    <a:pt x="0" y="1338580"/>
                  </a:cubicBezTo>
                  <a:close/>
                </a:path>
              </a:pathLst>
            </a:custGeom>
            <a:grpFill/>
            <a:ln w="12700"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2" name="Group 182"/>
          <p:cNvGrpSpPr/>
          <p:nvPr/>
        </p:nvGrpSpPr>
        <p:grpSpPr>
          <a:xfrm>
            <a:off x="6654866" y="4026087"/>
            <a:ext cx="3858242" cy="393440"/>
            <a:chOff x="0" y="0"/>
            <a:chExt cx="5144322" cy="524586"/>
          </a:xfrm>
          <a:solidFill>
            <a:srgbClr val="609DEE"/>
          </a:solidFill>
        </p:grpSpPr>
        <p:sp>
          <p:nvSpPr>
            <p:cNvPr id="183" name="Freeform 183"/>
            <p:cNvSpPr/>
            <p:nvPr/>
          </p:nvSpPr>
          <p:spPr>
            <a:xfrm>
              <a:off x="0" y="0"/>
              <a:ext cx="5144360" cy="524637"/>
            </a:xfrm>
            <a:custGeom>
              <a:avLst/>
              <a:gdLst/>
              <a:ahLst/>
              <a:cxnLst/>
              <a:rect l="l" t="t" r="r" b="b"/>
              <a:pathLst>
                <a:path w="5144360" h="524637">
                  <a:moveTo>
                    <a:pt x="157134" y="0"/>
                  </a:moveTo>
                  <a:lnTo>
                    <a:pt x="4987227" y="0"/>
                  </a:lnTo>
                  <a:cubicBezTo>
                    <a:pt x="5028901" y="0"/>
                    <a:pt x="5068869" y="16555"/>
                    <a:pt x="5098337" y="46023"/>
                  </a:cubicBezTo>
                  <a:cubicBezTo>
                    <a:pt x="5127805" y="75492"/>
                    <a:pt x="5144360" y="115459"/>
                    <a:pt x="5144360" y="157134"/>
                  </a:cubicBezTo>
                  <a:lnTo>
                    <a:pt x="5144360" y="367503"/>
                  </a:lnTo>
                  <a:cubicBezTo>
                    <a:pt x="5144360" y="409178"/>
                    <a:pt x="5127805" y="449145"/>
                    <a:pt x="5098337" y="478614"/>
                  </a:cubicBezTo>
                  <a:cubicBezTo>
                    <a:pt x="5068869" y="508082"/>
                    <a:pt x="5028901" y="524637"/>
                    <a:pt x="4987227" y="524637"/>
                  </a:cubicBezTo>
                  <a:lnTo>
                    <a:pt x="157134" y="524637"/>
                  </a:lnTo>
                  <a:cubicBezTo>
                    <a:pt x="115459" y="524637"/>
                    <a:pt x="75492" y="508082"/>
                    <a:pt x="46023" y="478614"/>
                  </a:cubicBezTo>
                  <a:cubicBezTo>
                    <a:pt x="16555" y="449145"/>
                    <a:pt x="0" y="409178"/>
                    <a:pt x="0" y="367503"/>
                  </a:cubicBezTo>
                  <a:lnTo>
                    <a:pt x="0" y="157134"/>
                  </a:lnTo>
                  <a:cubicBezTo>
                    <a:pt x="0" y="115459"/>
                    <a:pt x="16555" y="75492"/>
                    <a:pt x="46023" y="46023"/>
                  </a:cubicBezTo>
                  <a:cubicBezTo>
                    <a:pt x="75492" y="16555"/>
                    <a:pt x="115459" y="0"/>
                    <a:pt x="157134" y="0"/>
                  </a:cubicBezTo>
                  <a:close/>
                </a:path>
              </a:pathLst>
            </a:custGeom>
            <a:grpFill/>
            <a:ln w="12700"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4" name="Group 184"/>
          <p:cNvGrpSpPr/>
          <p:nvPr/>
        </p:nvGrpSpPr>
        <p:grpSpPr>
          <a:xfrm>
            <a:off x="6654866" y="4595163"/>
            <a:ext cx="3858242" cy="393440"/>
            <a:chOff x="0" y="0"/>
            <a:chExt cx="5144322" cy="524586"/>
          </a:xfrm>
          <a:solidFill>
            <a:srgbClr val="609DEE"/>
          </a:solidFill>
        </p:grpSpPr>
        <p:sp>
          <p:nvSpPr>
            <p:cNvPr id="185" name="Freeform 185"/>
            <p:cNvSpPr/>
            <p:nvPr/>
          </p:nvSpPr>
          <p:spPr>
            <a:xfrm>
              <a:off x="0" y="0"/>
              <a:ext cx="5144360" cy="524637"/>
            </a:xfrm>
            <a:custGeom>
              <a:avLst/>
              <a:gdLst/>
              <a:ahLst/>
              <a:cxnLst/>
              <a:rect l="l" t="t" r="r" b="b"/>
              <a:pathLst>
                <a:path w="5144360" h="524637">
                  <a:moveTo>
                    <a:pt x="157134" y="0"/>
                  </a:moveTo>
                  <a:lnTo>
                    <a:pt x="4987227" y="0"/>
                  </a:lnTo>
                  <a:cubicBezTo>
                    <a:pt x="5028901" y="0"/>
                    <a:pt x="5068869" y="16555"/>
                    <a:pt x="5098337" y="46023"/>
                  </a:cubicBezTo>
                  <a:cubicBezTo>
                    <a:pt x="5127805" y="75492"/>
                    <a:pt x="5144360" y="115459"/>
                    <a:pt x="5144360" y="157134"/>
                  </a:cubicBezTo>
                  <a:lnTo>
                    <a:pt x="5144360" y="367503"/>
                  </a:lnTo>
                  <a:cubicBezTo>
                    <a:pt x="5144360" y="409178"/>
                    <a:pt x="5127805" y="449145"/>
                    <a:pt x="5098337" y="478614"/>
                  </a:cubicBezTo>
                  <a:cubicBezTo>
                    <a:pt x="5068869" y="508082"/>
                    <a:pt x="5028901" y="524637"/>
                    <a:pt x="4987227" y="524637"/>
                  </a:cubicBezTo>
                  <a:lnTo>
                    <a:pt x="157134" y="524637"/>
                  </a:lnTo>
                  <a:cubicBezTo>
                    <a:pt x="115459" y="524637"/>
                    <a:pt x="75492" y="508082"/>
                    <a:pt x="46023" y="478614"/>
                  </a:cubicBezTo>
                  <a:cubicBezTo>
                    <a:pt x="16555" y="449145"/>
                    <a:pt x="0" y="409178"/>
                    <a:pt x="0" y="367503"/>
                  </a:cubicBezTo>
                  <a:lnTo>
                    <a:pt x="0" y="157134"/>
                  </a:lnTo>
                  <a:cubicBezTo>
                    <a:pt x="0" y="115459"/>
                    <a:pt x="16555" y="75492"/>
                    <a:pt x="46023" y="46023"/>
                  </a:cubicBezTo>
                  <a:cubicBezTo>
                    <a:pt x="75492" y="16555"/>
                    <a:pt x="115459" y="0"/>
                    <a:pt x="157134" y="0"/>
                  </a:cubicBezTo>
                  <a:close/>
                </a:path>
              </a:pathLst>
            </a:custGeom>
            <a:grpFill/>
            <a:ln w="12700"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6" name="Group 186"/>
          <p:cNvGrpSpPr/>
          <p:nvPr/>
        </p:nvGrpSpPr>
        <p:grpSpPr>
          <a:xfrm>
            <a:off x="6656090" y="5166315"/>
            <a:ext cx="3858242" cy="393440"/>
            <a:chOff x="0" y="0"/>
            <a:chExt cx="5144322" cy="524586"/>
          </a:xfrm>
          <a:solidFill>
            <a:srgbClr val="609DEE"/>
          </a:solidFill>
        </p:grpSpPr>
        <p:sp>
          <p:nvSpPr>
            <p:cNvPr id="187" name="Freeform 187"/>
            <p:cNvSpPr/>
            <p:nvPr/>
          </p:nvSpPr>
          <p:spPr>
            <a:xfrm>
              <a:off x="0" y="0"/>
              <a:ext cx="5144360" cy="524637"/>
            </a:xfrm>
            <a:custGeom>
              <a:avLst/>
              <a:gdLst/>
              <a:ahLst/>
              <a:cxnLst/>
              <a:rect l="l" t="t" r="r" b="b"/>
              <a:pathLst>
                <a:path w="5144360" h="524637">
                  <a:moveTo>
                    <a:pt x="157134" y="0"/>
                  </a:moveTo>
                  <a:lnTo>
                    <a:pt x="4987227" y="0"/>
                  </a:lnTo>
                  <a:cubicBezTo>
                    <a:pt x="5028901" y="0"/>
                    <a:pt x="5068869" y="16555"/>
                    <a:pt x="5098337" y="46023"/>
                  </a:cubicBezTo>
                  <a:cubicBezTo>
                    <a:pt x="5127805" y="75492"/>
                    <a:pt x="5144360" y="115459"/>
                    <a:pt x="5144360" y="157134"/>
                  </a:cubicBezTo>
                  <a:lnTo>
                    <a:pt x="5144360" y="367503"/>
                  </a:lnTo>
                  <a:cubicBezTo>
                    <a:pt x="5144360" y="409178"/>
                    <a:pt x="5127805" y="449145"/>
                    <a:pt x="5098337" y="478614"/>
                  </a:cubicBezTo>
                  <a:cubicBezTo>
                    <a:pt x="5068869" y="508082"/>
                    <a:pt x="5028901" y="524637"/>
                    <a:pt x="4987227" y="524637"/>
                  </a:cubicBezTo>
                  <a:lnTo>
                    <a:pt x="157134" y="524637"/>
                  </a:lnTo>
                  <a:cubicBezTo>
                    <a:pt x="115459" y="524637"/>
                    <a:pt x="75492" y="508082"/>
                    <a:pt x="46023" y="478614"/>
                  </a:cubicBezTo>
                  <a:cubicBezTo>
                    <a:pt x="16555" y="449145"/>
                    <a:pt x="0" y="409178"/>
                    <a:pt x="0" y="367503"/>
                  </a:cubicBezTo>
                  <a:lnTo>
                    <a:pt x="0" y="157134"/>
                  </a:lnTo>
                  <a:cubicBezTo>
                    <a:pt x="0" y="115459"/>
                    <a:pt x="16555" y="75492"/>
                    <a:pt x="46023" y="46023"/>
                  </a:cubicBezTo>
                  <a:cubicBezTo>
                    <a:pt x="75492" y="16555"/>
                    <a:pt x="115459" y="0"/>
                    <a:pt x="157134" y="0"/>
                  </a:cubicBezTo>
                  <a:close/>
                </a:path>
              </a:pathLst>
            </a:custGeom>
            <a:grpFill/>
            <a:ln w="12700"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88" name="Freeform 188"/>
          <p:cNvSpPr/>
          <p:nvPr/>
        </p:nvSpPr>
        <p:spPr>
          <a:xfrm>
            <a:off x="6553977" y="2050810"/>
            <a:ext cx="2003723" cy="2001218"/>
          </a:xfrm>
          <a:custGeom>
            <a:avLst/>
            <a:gdLst/>
            <a:ahLst/>
            <a:cxnLst/>
            <a:rect l="l" t="t" r="r" b="b"/>
            <a:pathLst>
              <a:path w="2003723" h="2001218">
                <a:moveTo>
                  <a:pt x="0" y="0"/>
                </a:moveTo>
                <a:lnTo>
                  <a:pt x="2003723" y="0"/>
                </a:lnTo>
                <a:lnTo>
                  <a:pt x="2003723" y="2001219"/>
                </a:lnTo>
                <a:lnTo>
                  <a:pt x="0" y="200121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89" name="TextBox 189"/>
          <p:cNvSpPr txBox="1"/>
          <p:nvPr/>
        </p:nvSpPr>
        <p:spPr>
          <a:xfrm>
            <a:off x="8685751" y="2557580"/>
            <a:ext cx="3363211" cy="14605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759"/>
              </a:lnSpc>
            </a:pPr>
            <a:r>
              <a:rPr lang="en-US" sz="48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48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total_jenis_asn</a:t>
            </a:r>
            <a:r>
              <a:rPr lang="en-US" sz="48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190" name="TextBox 190"/>
          <p:cNvSpPr txBox="1"/>
          <p:nvPr/>
        </p:nvSpPr>
        <p:spPr>
          <a:xfrm>
            <a:off x="8839200" y="3268269"/>
            <a:ext cx="3046231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920"/>
              </a:lnSpc>
            </a:pPr>
            <a:r>
              <a:rPr lang="en-US" sz="160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Jumlah</a:t>
            </a:r>
            <a:r>
              <a:rPr lang="en-US" sz="160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ASN Per {</a:t>
            </a:r>
            <a:r>
              <a:rPr lang="en-US" sz="160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tanggal_data</a:t>
            </a:r>
            <a:r>
              <a:rPr lang="en-US" sz="160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}</a:t>
            </a:r>
          </a:p>
        </p:txBody>
      </p:sp>
      <p:sp>
        <p:nvSpPr>
          <p:cNvPr id="191" name="TextBox 191"/>
          <p:cNvSpPr txBox="1"/>
          <p:nvPr/>
        </p:nvSpPr>
        <p:spPr>
          <a:xfrm>
            <a:off x="10421863" y="4063325"/>
            <a:ext cx="1425969" cy="6412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520"/>
              </a:lnSpc>
            </a:pPr>
            <a:r>
              <a:rPr lang="en-US" sz="2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21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count_pns</a:t>
            </a:r>
            <a:r>
              <a:rPr lang="en-US" sz="2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192" name="TextBox 192"/>
          <p:cNvSpPr txBox="1"/>
          <p:nvPr/>
        </p:nvSpPr>
        <p:spPr>
          <a:xfrm>
            <a:off x="10421863" y="4613622"/>
            <a:ext cx="1425969" cy="6412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520"/>
              </a:lnSpc>
            </a:pPr>
            <a:r>
              <a:rPr lang="en-US" sz="2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21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count_pppk</a:t>
            </a:r>
            <a:r>
              <a:rPr lang="en-US" sz="2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193" name="TextBox 193"/>
          <p:cNvSpPr txBox="1"/>
          <p:nvPr/>
        </p:nvSpPr>
        <p:spPr>
          <a:xfrm>
            <a:off x="10421863" y="5202307"/>
            <a:ext cx="1425969" cy="6412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520"/>
              </a:lnSpc>
            </a:pPr>
            <a:r>
              <a:rPr lang="en-US" sz="2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21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count_pw</a:t>
            </a:r>
            <a:r>
              <a:rPr lang="en-US" sz="2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194" name="TextBox 194"/>
          <p:cNvSpPr txBox="1"/>
          <p:nvPr/>
        </p:nvSpPr>
        <p:spPr>
          <a:xfrm>
            <a:off x="8913955" y="4052029"/>
            <a:ext cx="1425969" cy="11021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79"/>
              </a:lnSpc>
            </a:pPr>
            <a:r>
              <a:rPr lang="en-US" sz="23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23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persentase_vis_pns</a:t>
            </a:r>
            <a:r>
              <a:rPr lang="en-US" sz="23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195" name="TextBox 195"/>
          <p:cNvSpPr txBox="1"/>
          <p:nvPr/>
        </p:nvSpPr>
        <p:spPr>
          <a:xfrm>
            <a:off x="8913955" y="4619295"/>
            <a:ext cx="1425969" cy="11021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79"/>
              </a:lnSpc>
            </a:pPr>
            <a:r>
              <a:rPr lang="en-US" sz="23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23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persentase_vis_pppk</a:t>
            </a:r>
            <a:r>
              <a:rPr lang="en-US" sz="23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196" name="TextBox 196"/>
          <p:cNvSpPr txBox="1"/>
          <p:nvPr/>
        </p:nvSpPr>
        <p:spPr>
          <a:xfrm>
            <a:off x="8913955" y="5179508"/>
            <a:ext cx="1425969" cy="11021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79"/>
              </a:lnSpc>
            </a:pPr>
            <a:r>
              <a:rPr lang="en-US" sz="23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23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persentase_vis_pw</a:t>
            </a:r>
            <a:r>
              <a:rPr lang="en-US" sz="23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197" name="TextBox 197"/>
          <p:cNvSpPr txBox="1"/>
          <p:nvPr/>
        </p:nvSpPr>
        <p:spPr>
          <a:xfrm>
            <a:off x="6826388" y="4086895"/>
            <a:ext cx="2431133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PNS</a:t>
            </a:r>
          </a:p>
        </p:txBody>
      </p:sp>
      <p:sp>
        <p:nvSpPr>
          <p:cNvPr id="198" name="TextBox 198"/>
          <p:cNvSpPr txBox="1"/>
          <p:nvPr/>
        </p:nvSpPr>
        <p:spPr>
          <a:xfrm>
            <a:off x="6826388" y="4651841"/>
            <a:ext cx="2431133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PPPK</a:t>
            </a:r>
          </a:p>
        </p:txBody>
      </p:sp>
      <p:sp>
        <p:nvSpPr>
          <p:cNvPr id="199" name="TextBox 199"/>
          <p:cNvSpPr txBox="1"/>
          <p:nvPr/>
        </p:nvSpPr>
        <p:spPr>
          <a:xfrm>
            <a:off x="6826388" y="5227123"/>
            <a:ext cx="2431133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PPPK Paruh Waktu</a:t>
            </a:r>
          </a:p>
        </p:txBody>
      </p:sp>
      <p:sp>
        <p:nvSpPr>
          <p:cNvPr id="201" name="Freeform 201"/>
          <p:cNvSpPr/>
          <p:nvPr/>
        </p:nvSpPr>
        <p:spPr>
          <a:xfrm>
            <a:off x="211830" y="6032971"/>
            <a:ext cx="5896562" cy="3779849"/>
          </a:xfrm>
          <a:custGeom>
            <a:avLst/>
            <a:gdLst/>
            <a:ahLst/>
            <a:cxnLst/>
            <a:rect l="l" t="t" r="r" b="b"/>
            <a:pathLst>
              <a:path w="1555516" h="997126">
                <a:moveTo>
                  <a:pt x="34137" y="0"/>
                </a:moveTo>
                <a:lnTo>
                  <a:pt x="1521380" y="0"/>
                </a:lnTo>
                <a:cubicBezTo>
                  <a:pt x="1540233" y="0"/>
                  <a:pt x="1555516" y="15284"/>
                  <a:pt x="1555516" y="34137"/>
                </a:cubicBezTo>
                <a:lnTo>
                  <a:pt x="1555516" y="962990"/>
                </a:lnTo>
                <a:cubicBezTo>
                  <a:pt x="1555516" y="981843"/>
                  <a:pt x="1540233" y="997126"/>
                  <a:pt x="1521380" y="997126"/>
                </a:cubicBezTo>
                <a:lnTo>
                  <a:pt x="34137" y="997126"/>
                </a:lnTo>
                <a:cubicBezTo>
                  <a:pt x="15284" y="997126"/>
                  <a:pt x="0" y="981843"/>
                  <a:pt x="0" y="962990"/>
                </a:cubicBezTo>
                <a:lnTo>
                  <a:pt x="0" y="34137"/>
                </a:lnTo>
                <a:cubicBezTo>
                  <a:pt x="0" y="15284"/>
                  <a:pt x="15284" y="0"/>
                  <a:pt x="34137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47625" cap="rnd">
            <a:solidFill>
              <a:srgbClr val="C9CACA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grpSp>
        <p:nvGrpSpPr>
          <p:cNvPr id="203" name="Group 203"/>
          <p:cNvGrpSpPr/>
          <p:nvPr/>
        </p:nvGrpSpPr>
        <p:grpSpPr>
          <a:xfrm>
            <a:off x="533655" y="6241900"/>
            <a:ext cx="5252911" cy="408913"/>
            <a:chOff x="0" y="0"/>
            <a:chExt cx="7874796" cy="613014"/>
          </a:xfrm>
          <a:solidFill>
            <a:srgbClr val="609DEE"/>
          </a:solidFill>
        </p:grpSpPr>
        <p:sp>
          <p:nvSpPr>
            <p:cNvPr id="204" name="Freeform 204"/>
            <p:cNvSpPr/>
            <p:nvPr/>
          </p:nvSpPr>
          <p:spPr>
            <a:xfrm>
              <a:off x="0" y="0"/>
              <a:ext cx="7874821" cy="613065"/>
            </a:xfrm>
            <a:custGeom>
              <a:avLst/>
              <a:gdLst/>
              <a:ahLst/>
              <a:cxnLst/>
              <a:rect l="l" t="t" r="r" b="b"/>
              <a:pathLst>
                <a:path w="7874821" h="613065">
                  <a:moveTo>
                    <a:pt x="0" y="102172"/>
                  </a:moveTo>
                  <a:cubicBezTo>
                    <a:pt x="0" y="45755"/>
                    <a:pt x="130092" y="0"/>
                    <a:pt x="290502" y="0"/>
                  </a:cubicBezTo>
                  <a:lnTo>
                    <a:pt x="7584322" y="0"/>
                  </a:lnTo>
                  <a:cubicBezTo>
                    <a:pt x="7744732" y="0"/>
                    <a:pt x="7874821" y="45755"/>
                    <a:pt x="7874821" y="102172"/>
                  </a:cubicBezTo>
                  <a:lnTo>
                    <a:pt x="7874821" y="510861"/>
                  </a:lnTo>
                  <a:cubicBezTo>
                    <a:pt x="7874821" y="567279"/>
                    <a:pt x="7744732" y="613065"/>
                    <a:pt x="7584322" y="613065"/>
                  </a:cubicBezTo>
                  <a:lnTo>
                    <a:pt x="290502" y="613065"/>
                  </a:lnTo>
                  <a:cubicBezTo>
                    <a:pt x="130092" y="613065"/>
                    <a:pt x="0" y="567279"/>
                    <a:pt x="0" y="510861"/>
                  </a:cubicBezTo>
                  <a:lnTo>
                    <a:pt x="0" y="102172"/>
                  </a:lnTo>
                  <a:close/>
                </a:path>
              </a:pathLst>
            </a:custGeom>
            <a:grpFill/>
            <a:ln w="12700"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6" name="TextBox 206"/>
          <p:cNvSpPr txBox="1"/>
          <p:nvPr/>
        </p:nvSpPr>
        <p:spPr>
          <a:xfrm>
            <a:off x="1153991" y="6232375"/>
            <a:ext cx="4024035" cy="4184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34"/>
              </a:lnSpc>
            </a:pPr>
            <a:r>
              <a:rPr lang="en-US" sz="2695" b="1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TINGKAT PENDIDIKAN</a:t>
            </a:r>
          </a:p>
        </p:txBody>
      </p:sp>
      <p:sp>
        <p:nvSpPr>
          <p:cNvPr id="222" name="Freeform 222"/>
          <p:cNvSpPr/>
          <p:nvPr/>
        </p:nvSpPr>
        <p:spPr>
          <a:xfrm>
            <a:off x="430219" y="2027931"/>
            <a:ext cx="864443" cy="1812502"/>
          </a:xfrm>
          <a:custGeom>
            <a:avLst/>
            <a:gdLst/>
            <a:ahLst/>
            <a:cxnLst/>
            <a:rect l="l" t="t" r="r" b="b"/>
            <a:pathLst>
              <a:path w="864443" h="1812502">
                <a:moveTo>
                  <a:pt x="0" y="0"/>
                </a:moveTo>
                <a:lnTo>
                  <a:pt x="864443" y="0"/>
                </a:lnTo>
                <a:lnTo>
                  <a:pt x="864443" y="1812503"/>
                </a:lnTo>
                <a:lnTo>
                  <a:pt x="0" y="1812503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r="-97532" b="-107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23" name="Freeform 223"/>
          <p:cNvSpPr/>
          <p:nvPr/>
        </p:nvSpPr>
        <p:spPr>
          <a:xfrm>
            <a:off x="4858656" y="3648170"/>
            <a:ext cx="798929" cy="1739042"/>
          </a:xfrm>
          <a:custGeom>
            <a:avLst/>
            <a:gdLst/>
            <a:ahLst/>
            <a:cxnLst/>
            <a:rect l="l" t="t" r="r" b="b"/>
            <a:pathLst>
              <a:path w="798929" h="1739042">
                <a:moveTo>
                  <a:pt x="0" y="0"/>
                </a:moveTo>
                <a:lnTo>
                  <a:pt x="798929" y="0"/>
                </a:lnTo>
                <a:lnTo>
                  <a:pt x="798929" y="1739041"/>
                </a:lnTo>
                <a:lnTo>
                  <a:pt x="0" y="1739041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-103198" b="-15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24" name="TextBox 224"/>
          <p:cNvSpPr txBox="1"/>
          <p:nvPr/>
        </p:nvSpPr>
        <p:spPr>
          <a:xfrm>
            <a:off x="7488300" y="1397048"/>
            <a:ext cx="3230033" cy="314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Data per {</a:t>
            </a:r>
            <a:r>
              <a:rPr lang="en-US" sz="2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tanggal_data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25" name="TextBox 225"/>
          <p:cNvSpPr txBox="1"/>
          <p:nvPr/>
        </p:nvSpPr>
        <p:spPr>
          <a:xfrm>
            <a:off x="16305366" y="7439608"/>
            <a:ext cx="915834" cy="6924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5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count_pelaksana</a:t>
            </a:r>
            <a:r>
              <a:rPr lang="en-US" sz="1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26" name="TextBox 226"/>
          <p:cNvSpPr txBox="1"/>
          <p:nvPr/>
        </p:nvSpPr>
        <p:spPr>
          <a:xfrm>
            <a:off x="2704639" y="425032"/>
            <a:ext cx="12787435" cy="7905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20"/>
              </a:lnSpc>
            </a:pPr>
            <a:r>
              <a:rPr lang="en-US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STATISTIK APARATUR SIPIL NEGARA</a:t>
            </a:r>
          </a:p>
          <a:p>
            <a:pPr algn="ctr">
              <a:lnSpc>
                <a:spcPts val="3120"/>
              </a:lnSpc>
            </a:pPr>
            <a:r>
              <a:rPr lang="en-US" sz="2600" b="1" dirty="0">
                <a:solidFill>
                  <a:srgbClr val="1C73E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{instansi_1}</a:t>
            </a:r>
          </a:p>
        </p:txBody>
      </p:sp>
      <p:sp>
        <p:nvSpPr>
          <p:cNvPr id="227" name="TextBox 227"/>
          <p:cNvSpPr txBox="1"/>
          <p:nvPr/>
        </p:nvSpPr>
        <p:spPr>
          <a:xfrm>
            <a:off x="10470550" y="6232430"/>
            <a:ext cx="3363211" cy="419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JABATAN ASN</a:t>
            </a:r>
          </a:p>
        </p:txBody>
      </p:sp>
      <p:sp>
        <p:nvSpPr>
          <p:cNvPr id="228" name="TextBox 228"/>
          <p:cNvSpPr txBox="1"/>
          <p:nvPr/>
        </p:nvSpPr>
        <p:spPr>
          <a:xfrm>
            <a:off x="6682703" y="6923700"/>
            <a:ext cx="1822252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Bold"/>
                <a:ea typeface="Arial Bold"/>
                <a:cs typeface="Arial Bold"/>
                <a:sym typeface="Arial Bold"/>
              </a:rPr>
              <a:t>STRUKTURAL</a:t>
            </a:r>
          </a:p>
        </p:txBody>
      </p:sp>
      <p:sp>
        <p:nvSpPr>
          <p:cNvPr id="229" name="TextBox 229"/>
          <p:cNvSpPr txBox="1"/>
          <p:nvPr/>
        </p:nvSpPr>
        <p:spPr>
          <a:xfrm>
            <a:off x="7423531" y="7235316"/>
            <a:ext cx="283027" cy="27699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 b="1" dirty="0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500" b="1" dirty="0" err="1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persentase_vis_struktural</a:t>
            </a:r>
            <a:r>
              <a:rPr lang="en-US" sz="1500" b="1" dirty="0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30" name="TextBox 230"/>
          <p:cNvSpPr txBox="1"/>
          <p:nvPr/>
        </p:nvSpPr>
        <p:spPr>
          <a:xfrm>
            <a:off x="7162800" y="7439608"/>
            <a:ext cx="757341" cy="6924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5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count_struktural</a:t>
            </a:r>
            <a:r>
              <a:rPr lang="en-US" sz="1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31" name="TextBox 231"/>
          <p:cNvSpPr txBox="1"/>
          <p:nvPr/>
        </p:nvSpPr>
        <p:spPr>
          <a:xfrm>
            <a:off x="8875742" y="6927755"/>
            <a:ext cx="1333798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Bold"/>
                <a:ea typeface="Arial Bold"/>
                <a:cs typeface="Arial Bold"/>
                <a:sym typeface="Arial Bold"/>
              </a:rPr>
              <a:t>JF DOSEN</a:t>
            </a:r>
          </a:p>
        </p:txBody>
      </p:sp>
      <p:sp>
        <p:nvSpPr>
          <p:cNvPr id="232" name="TextBox 232"/>
          <p:cNvSpPr txBox="1"/>
          <p:nvPr/>
        </p:nvSpPr>
        <p:spPr>
          <a:xfrm>
            <a:off x="10714749" y="6923700"/>
            <a:ext cx="1170682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Bold"/>
                <a:ea typeface="Arial Bold"/>
                <a:cs typeface="Arial Bold"/>
                <a:sym typeface="Arial Bold"/>
              </a:rPr>
              <a:t>JF GURU</a:t>
            </a:r>
          </a:p>
        </p:txBody>
      </p:sp>
      <p:sp>
        <p:nvSpPr>
          <p:cNvPr id="233" name="TextBox 233"/>
          <p:cNvSpPr txBox="1"/>
          <p:nvPr/>
        </p:nvSpPr>
        <p:spPr>
          <a:xfrm>
            <a:off x="11105348" y="7227953"/>
            <a:ext cx="400217" cy="16158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1800"/>
              </a:lnSpc>
              <a:spcBef>
                <a:spcPct val="0"/>
              </a:spcBef>
            </a:pPr>
            <a:r>
              <a:rPr lang="en-US" sz="1500" b="1" u="none" strike="noStrike" dirty="0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500" b="1" u="none" strike="noStrike" dirty="0" err="1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persentase_vis_guru</a:t>
            </a:r>
            <a:r>
              <a:rPr lang="en-US" sz="1500" b="1" u="none" strike="noStrike" dirty="0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34" name="TextBox 234"/>
          <p:cNvSpPr txBox="1"/>
          <p:nvPr/>
        </p:nvSpPr>
        <p:spPr>
          <a:xfrm>
            <a:off x="10864469" y="7439608"/>
            <a:ext cx="917089" cy="4616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1800"/>
              </a:lnSpc>
              <a:spcBef>
                <a:spcPct val="0"/>
              </a:spcBef>
            </a:pPr>
            <a:r>
              <a:rPr lang="en-US" sz="1500" b="1" u="none" strike="noStrike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500" b="1" u="none" strike="noStrike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count_guru</a:t>
            </a:r>
            <a:r>
              <a:rPr lang="en-US" sz="1500" b="1" u="none" strike="noStrike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35" name="TextBox 235"/>
          <p:cNvSpPr txBox="1"/>
          <p:nvPr/>
        </p:nvSpPr>
        <p:spPr>
          <a:xfrm>
            <a:off x="12370363" y="6927755"/>
            <a:ext cx="1318915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Bold"/>
                <a:ea typeface="Arial Bold"/>
                <a:cs typeface="Arial Bold"/>
                <a:sym typeface="Arial Bold"/>
              </a:rPr>
              <a:t>JF NAKES</a:t>
            </a:r>
          </a:p>
        </p:txBody>
      </p:sp>
      <p:sp>
        <p:nvSpPr>
          <p:cNvPr id="236" name="TextBox 236"/>
          <p:cNvSpPr txBox="1"/>
          <p:nvPr/>
        </p:nvSpPr>
        <p:spPr>
          <a:xfrm>
            <a:off x="12831457" y="7235316"/>
            <a:ext cx="400217" cy="18466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 b="1" dirty="0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500" b="1" dirty="0" err="1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persentase_vis_kesehatan</a:t>
            </a:r>
            <a:r>
              <a:rPr lang="en-US" sz="1500" b="1" dirty="0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37" name="TextBox 237"/>
          <p:cNvSpPr txBox="1"/>
          <p:nvPr/>
        </p:nvSpPr>
        <p:spPr>
          <a:xfrm>
            <a:off x="12672211" y="7439608"/>
            <a:ext cx="738989" cy="6924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5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count_kesehatan</a:t>
            </a:r>
            <a:r>
              <a:rPr lang="en-US" sz="1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38" name="TextBox 238"/>
          <p:cNvSpPr txBox="1"/>
          <p:nvPr/>
        </p:nvSpPr>
        <p:spPr>
          <a:xfrm>
            <a:off x="14085737" y="6927755"/>
            <a:ext cx="1382345" cy="3206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Bold"/>
                <a:ea typeface="Arial Bold"/>
                <a:cs typeface="Arial Bold"/>
                <a:sym typeface="Arial Bold"/>
              </a:rPr>
              <a:t>JF TEKNIS</a:t>
            </a:r>
          </a:p>
        </p:txBody>
      </p:sp>
      <p:sp>
        <p:nvSpPr>
          <p:cNvPr id="239" name="TextBox 239"/>
          <p:cNvSpPr txBox="1"/>
          <p:nvPr/>
        </p:nvSpPr>
        <p:spPr>
          <a:xfrm>
            <a:off x="14572703" y="7235316"/>
            <a:ext cx="400217" cy="16158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 b="1" dirty="0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500" b="1" dirty="0" err="1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persentase_vis_teknis</a:t>
            </a:r>
            <a:r>
              <a:rPr lang="en-US" sz="1500" b="1" dirty="0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40" name="TextBox 240"/>
          <p:cNvSpPr txBox="1"/>
          <p:nvPr/>
        </p:nvSpPr>
        <p:spPr>
          <a:xfrm>
            <a:off x="14413457" y="7439608"/>
            <a:ext cx="720171" cy="4616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5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count_teknis</a:t>
            </a:r>
            <a:r>
              <a:rPr lang="en-US" sz="1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41" name="TextBox 241"/>
          <p:cNvSpPr txBox="1"/>
          <p:nvPr/>
        </p:nvSpPr>
        <p:spPr>
          <a:xfrm>
            <a:off x="15925687" y="6923700"/>
            <a:ext cx="1659582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Bold"/>
                <a:ea typeface="Arial Bold"/>
                <a:cs typeface="Arial Bold"/>
                <a:sym typeface="Arial Bold"/>
              </a:rPr>
              <a:t>PELAKSANA</a:t>
            </a:r>
          </a:p>
        </p:txBody>
      </p:sp>
      <p:sp>
        <p:nvSpPr>
          <p:cNvPr id="242" name="TextBox 242"/>
          <p:cNvSpPr txBox="1"/>
          <p:nvPr/>
        </p:nvSpPr>
        <p:spPr>
          <a:xfrm>
            <a:off x="16550003" y="7227953"/>
            <a:ext cx="400217" cy="18466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 b="1" dirty="0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500" b="1" dirty="0" err="1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persentase_vis_pelaksana</a:t>
            </a:r>
            <a:r>
              <a:rPr lang="en-US" sz="1500" b="1" dirty="0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43" name="TextBox 243"/>
          <p:cNvSpPr txBox="1"/>
          <p:nvPr/>
        </p:nvSpPr>
        <p:spPr>
          <a:xfrm>
            <a:off x="6613260" y="7790897"/>
            <a:ext cx="978694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PNS JPT UTAMA</a:t>
            </a:r>
          </a:p>
        </p:txBody>
      </p:sp>
      <p:sp>
        <p:nvSpPr>
          <p:cNvPr id="244" name="TextBox 244"/>
          <p:cNvSpPr txBox="1"/>
          <p:nvPr/>
        </p:nvSpPr>
        <p:spPr>
          <a:xfrm>
            <a:off x="6613260" y="8011414"/>
            <a:ext cx="1049179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PPPK JPT UTAMA</a:t>
            </a:r>
          </a:p>
        </p:txBody>
      </p:sp>
      <p:sp>
        <p:nvSpPr>
          <p:cNvPr id="245" name="TextBox 245"/>
          <p:cNvSpPr txBox="1"/>
          <p:nvPr/>
        </p:nvSpPr>
        <p:spPr>
          <a:xfrm>
            <a:off x="6613260" y="8231741"/>
            <a:ext cx="982345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PNS JPT MADYA</a:t>
            </a:r>
          </a:p>
        </p:txBody>
      </p:sp>
      <p:sp>
        <p:nvSpPr>
          <p:cNvPr id="246" name="TextBox 246"/>
          <p:cNvSpPr txBox="1"/>
          <p:nvPr/>
        </p:nvSpPr>
        <p:spPr>
          <a:xfrm>
            <a:off x="6613260" y="8452067"/>
            <a:ext cx="1052830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PPPK JPT MADYA</a:t>
            </a:r>
          </a:p>
        </p:txBody>
      </p:sp>
      <p:sp>
        <p:nvSpPr>
          <p:cNvPr id="247" name="TextBox 247"/>
          <p:cNvSpPr txBox="1"/>
          <p:nvPr/>
        </p:nvSpPr>
        <p:spPr>
          <a:xfrm>
            <a:off x="6613260" y="8672393"/>
            <a:ext cx="1133773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PNS JPT PRATAMA</a:t>
            </a:r>
          </a:p>
        </p:txBody>
      </p:sp>
      <p:sp>
        <p:nvSpPr>
          <p:cNvPr id="248" name="TextBox 248"/>
          <p:cNvSpPr txBox="1"/>
          <p:nvPr/>
        </p:nvSpPr>
        <p:spPr>
          <a:xfrm>
            <a:off x="6613260" y="8892719"/>
            <a:ext cx="1061889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ADMINISTRATOR</a:t>
            </a:r>
          </a:p>
        </p:txBody>
      </p:sp>
      <p:sp>
        <p:nvSpPr>
          <p:cNvPr id="249" name="TextBox 249"/>
          <p:cNvSpPr txBox="1"/>
          <p:nvPr/>
        </p:nvSpPr>
        <p:spPr>
          <a:xfrm>
            <a:off x="6613260" y="9113045"/>
            <a:ext cx="713929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PENGAWAS</a:t>
            </a:r>
          </a:p>
        </p:txBody>
      </p:sp>
      <p:sp>
        <p:nvSpPr>
          <p:cNvPr id="250" name="TextBox 250"/>
          <p:cNvSpPr txBox="1"/>
          <p:nvPr/>
        </p:nvSpPr>
        <p:spPr>
          <a:xfrm>
            <a:off x="6613260" y="9333372"/>
            <a:ext cx="625740" cy="1485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ESELON V</a:t>
            </a:r>
          </a:p>
        </p:txBody>
      </p:sp>
      <p:sp>
        <p:nvSpPr>
          <p:cNvPr id="251" name="TextBox 251"/>
          <p:cNvSpPr txBox="1"/>
          <p:nvPr/>
        </p:nvSpPr>
        <p:spPr>
          <a:xfrm>
            <a:off x="8423004" y="7790897"/>
            <a:ext cx="72628" cy="18412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count_jptu</a:t>
            </a: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52" name="TextBox 252"/>
          <p:cNvSpPr txBox="1"/>
          <p:nvPr/>
        </p:nvSpPr>
        <p:spPr>
          <a:xfrm>
            <a:off x="8423004" y="8011319"/>
            <a:ext cx="72628" cy="19951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count_pjptu</a:t>
            </a: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53" name="TextBox 253"/>
          <p:cNvSpPr txBox="1"/>
          <p:nvPr/>
        </p:nvSpPr>
        <p:spPr>
          <a:xfrm>
            <a:off x="8229600" y="8231741"/>
            <a:ext cx="266032" cy="6101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count_jptm</a:t>
            </a: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54" name="TextBox 254"/>
          <p:cNvSpPr txBox="1"/>
          <p:nvPr/>
        </p:nvSpPr>
        <p:spPr>
          <a:xfrm>
            <a:off x="8305800" y="8452067"/>
            <a:ext cx="189832" cy="9179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count_pjptm</a:t>
            </a: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55" name="TextBox 255"/>
          <p:cNvSpPr txBox="1"/>
          <p:nvPr/>
        </p:nvSpPr>
        <p:spPr>
          <a:xfrm>
            <a:off x="8083600" y="8672393"/>
            <a:ext cx="412033" cy="456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count_jptp</a:t>
            </a: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56" name="TextBox 256"/>
          <p:cNvSpPr txBox="1"/>
          <p:nvPr/>
        </p:nvSpPr>
        <p:spPr>
          <a:xfrm>
            <a:off x="8077200" y="8892719"/>
            <a:ext cx="418433" cy="6101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count_administrator</a:t>
            </a: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57" name="TextBox 257"/>
          <p:cNvSpPr txBox="1"/>
          <p:nvPr/>
        </p:nvSpPr>
        <p:spPr>
          <a:xfrm>
            <a:off x="8001000" y="9117182"/>
            <a:ext cx="494633" cy="456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count_pengawas</a:t>
            </a: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58" name="TextBox 258"/>
          <p:cNvSpPr txBox="1"/>
          <p:nvPr/>
        </p:nvSpPr>
        <p:spPr>
          <a:xfrm>
            <a:off x="9160538" y="7439608"/>
            <a:ext cx="745462" cy="4616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1800"/>
              </a:lnSpc>
              <a:spcBef>
                <a:spcPct val="0"/>
              </a:spcBef>
            </a:pPr>
            <a:r>
              <a:rPr lang="en-US" sz="1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5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count_dosen</a:t>
            </a:r>
            <a:r>
              <a:rPr lang="en-US" sz="1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59" name="TextBox 259"/>
          <p:cNvSpPr txBox="1"/>
          <p:nvPr/>
        </p:nvSpPr>
        <p:spPr>
          <a:xfrm>
            <a:off x="9374121" y="7235316"/>
            <a:ext cx="297832" cy="23083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 b="1" dirty="0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500" b="1" dirty="0" err="1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persentase_vis_dosen</a:t>
            </a:r>
            <a:r>
              <a:rPr lang="en-US" sz="1500" b="1" dirty="0">
                <a:solidFill>
                  <a:schemeClr val="bg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60" name="TextBox 260"/>
          <p:cNvSpPr txBox="1"/>
          <p:nvPr/>
        </p:nvSpPr>
        <p:spPr>
          <a:xfrm>
            <a:off x="8077200" y="9333372"/>
            <a:ext cx="418433" cy="456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count_eselon</a:t>
            </a: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61" name="TextBox 261"/>
          <p:cNvSpPr txBox="1"/>
          <p:nvPr/>
        </p:nvSpPr>
        <p:spPr>
          <a:xfrm>
            <a:off x="10606472" y="7790992"/>
            <a:ext cx="253008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PNS</a:t>
            </a:r>
          </a:p>
        </p:txBody>
      </p:sp>
      <p:sp>
        <p:nvSpPr>
          <p:cNvPr id="262" name="TextBox 262"/>
          <p:cNvSpPr txBox="1"/>
          <p:nvPr/>
        </p:nvSpPr>
        <p:spPr>
          <a:xfrm>
            <a:off x="10606472" y="7999231"/>
            <a:ext cx="323552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PPPK</a:t>
            </a:r>
          </a:p>
        </p:txBody>
      </p:sp>
      <p:sp>
        <p:nvSpPr>
          <p:cNvPr id="263" name="TextBox 263"/>
          <p:cNvSpPr txBox="1"/>
          <p:nvPr/>
        </p:nvSpPr>
        <p:spPr>
          <a:xfrm>
            <a:off x="10606472" y="8249444"/>
            <a:ext cx="908797" cy="103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"/>
              </a:lnSpc>
            </a:pPr>
            <a:r>
              <a:rPr lang="en-US" sz="7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PPPK PARUH WAKTU</a:t>
            </a:r>
          </a:p>
        </p:txBody>
      </p:sp>
      <p:sp>
        <p:nvSpPr>
          <p:cNvPr id="264" name="TextBox 264"/>
          <p:cNvSpPr txBox="1"/>
          <p:nvPr/>
        </p:nvSpPr>
        <p:spPr>
          <a:xfrm>
            <a:off x="11430000" y="7790050"/>
            <a:ext cx="589893" cy="3023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count_pns_guru</a:t>
            </a: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65" name="TextBox 265"/>
          <p:cNvSpPr txBox="1"/>
          <p:nvPr/>
        </p:nvSpPr>
        <p:spPr>
          <a:xfrm>
            <a:off x="11506200" y="8011319"/>
            <a:ext cx="513693" cy="456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{count_p3k_guru}</a:t>
            </a:r>
          </a:p>
        </p:txBody>
      </p:sp>
      <p:sp>
        <p:nvSpPr>
          <p:cNvPr id="266" name="TextBox 266"/>
          <p:cNvSpPr txBox="1"/>
          <p:nvPr/>
        </p:nvSpPr>
        <p:spPr>
          <a:xfrm>
            <a:off x="11506200" y="8229865"/>
            <a:ext cx="513693" cy="456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count_pw_guru</a:t>
            </a: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67" name="TextBox 267"/>
          <p:cNvSpPr txBox="1"/>
          <p:nvPr/>
        </p:nvSpPr>
        <p:spPr>
          <a:xfrm>
            <a:off x="8861508" y="7790992"/>
            <a:ext cx="253008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99"/>
              </a:lnSpc>
              <a:spcBef>
                <a:spcPct val="0"/>
              </a:spcBef>
            </a:pPr>
            <a:r>
              <a:rPr lang="en-US" sz="999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PNS</a:t>
            </a:r>
          </a:p>
        </p:txBody>
      </p:sp>
      <p:sp>
        <p:nvSpPr>
          <p:cNvPr id="268" name="TextBox 268"/>
          <p:cNvSpPr txBox="1"/>
          <p:nvPr/>
        </p:nvSpPr>
        <p:spPr>
          <a:xfrm>
            <a:off x="9753600" y="7788770"/>
            <a:ext cx="486790" cy="456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  <a:spcBef>
                <a:spcPct val="0"/>
              </a:spcBef>
            </a:pPr>
            <a:r>
              <a:rPr lang="en-US" sz="999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count_pns_dosen</a:t>
            </a:r>
            <a:r>
              <a:rPr lang="en-US" sz="999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69" name="TextBox 269"/>
          <p:cNvSpPr txBox="1"/>
          <p:nvPr/>
        </p:nvSpPr>
        <p:spPr>
          <a:xfrm>
            <a:off x="14063058" y="7790050"/>
            <a:ext cx="253008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PNS</a:t>
            </a:r>
          </a:p>
        </p:txBody>
      </p:sp>
      <p:sp>
        <p:nvSpPr>
          <p:cNvPr id="270" name="TextBox 270"/>
          <p:cNvSpPr txBox="1"/>
          <p:nvPr/>
        </p:nvSpPr>
        <p:spPr>
          <a:xfrm>
            <a:off x="14063058" y="7999231"/>
            <a:ext cx="323552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PPPK</a:t>
            </a:r>
          </a:p>
        </p:txBody>
      </p:sp>
      <p:sp>
        <p:nvSpPr>
          <p:cNvPr id="271" name="TextBox 271"/>
          <p:cNvSpPr txBox="1"/>
          <p:nvPr/>
        </p:nvSpPr>
        <p:spPr>
          <a:xfrm>
            <a:off x="14972920" y="7783023"/>
            <a:ext cx="475995" cy="456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count_pns_teknis</a:t>
            </a: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72" name="TextBox 272"/>
          <p:cNvSpPr txBox="1"/>
          <p:nvPr/>
        </p:nvSpPr>
        <p:spPr>
          <a:xfrm>
            <a:off x="14972920" y="7999231"/>
            <a:ext cx="476233" cy="456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{count_p3k_teknis}</a:t>
            </a:r>
          </a:p>
        </p:txBody>
      </p:sp>
      <p:sp>
        <p:nvSpPr>
          <p:cNvPr id="273" name="TextBox 273"/>
          <p:cNvSpPr txBox="1"/>
          <p:nvPr/>
        </p:nvSpPr>
        <p:spPr>
          <a:xfrm>
            <a:off x="8859895" y="8000787"/>
            <a:ext cx="323552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99"/>
              </a:lnSpc>
              <a:spcBef>
                <a:spcPct val="0"/>
              </a:spcBef>
            </a:pPr>
            <a:r>
              <a:rPr lang="en-US" sz="999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PPPK</a:t>
            </a:r>
          </a:p>
        </p:txBody>
      </p:sp>
      <p:sp>
        <p:nvSpPr>
          <p:cNvPr id="274" name="TextBox 274"/>
          <p:cNvSpPr txBox="1"/>
          <p:nvPr/>
        </p:nvSpPr>
        <p:spPr>
          <a:xfrm>
            <a:off x="9906000" y="8010377"/>
            <a:ext cx="334391" cy="7640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  <a:spcBef>
                <a:spcPct val="0"/>
              </a:spcBef>
            </a:pPr>
            <a:r>
              <a:rPr lang="en-US" sz="999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{count_p3k_dosen}</a:t>
            </a:r>
          </a:p>
        </p:txBody>
      </p:sp>
      <p:sp>
        <p:nvSpPr>
          <p:cNvPr id="275" name="TextBox 275"/>
          <p:cNvSpPr txBox="1"/>
          <p:nvPr/>
        </p:nvSpPr>
        <p:spPr>
          <a:xfrm>
            <a:off x="8849468" y="8239701"/>
            <a:ext cx="908797" cy="103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"/>
              </a:lnSpc>
              <a:spcBef>
                <a:spcPct val="0"/>
              </a:spcBef>
            </a:pPr>
            <a:r>
              <a:rPr lang="en-US" sz="700" b="1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PPPK PARUH WAKTU</a:t>
            </a:r>
          </a:p>
        </p:txBody>
      </p:sp>
      <p:sp>
        <p:nvSpPr>
          <p:cNvPr id="276" name="TextBox 276"/>
          <p:cNvSpPr txBox="1"/>
          <p:nvPr/>
        </p:nvSpPr>
        <p:spPr>
          <a:xfrm>
            <a:off x="9982200" y="8220122"/>
            <a:ext cx="258190" cy="9179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  <a:spcBef>
                <a:spcPct val="0"/>
              </a:spcBef>
            </a:pPr>
            <a:r>
              <a:rPr lang="en-US" sz="999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count_pw_dosen</a:t>
            </a:r>
            <a:r>
              <a:rPr lang="en-US" sz="999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77" name="TextBox 277"/>
          <p:cNvSpPr txBox="1"/>
          <p:nvPr/>
        </p:nvSpPr>
        <p:spPr>
          <a:xfrm>
            <a:off x="12321690" y="7782795"/>
            <a:ext cx="253008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PNS</a:t>
            </a:r>
          </a:p>
        </p:txBody>
      </p:sp>
      <p:sp>
        <p:nvSpPr>
          <p:cNvPr id="278" name="TextBox 278"/>
          <p:cNvSpPr txBox="1"/>
          <p:nvPr/>
        </p:nvSpPr>
        <p:spPr>
          <a:xfrm>
            <a:off x="13258800" y="7790050"/>
            <a:ext cx="477650" cy="456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count_pns_nakes</a:t>
            </a: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79" name="TextBox 279"/>
          <p:cNvSpPr txBox="1"/>
          <p:nvPr/>
        </p:nvSpPr>
        <p:spPr>
          <a:xfrm>
            <a:off x="12321690" y="8003121"/>
            <a:ext cx="323552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PPPK</a:t>
            </a:r>
          </a:p>
        </p:txBody>
      </p:sp>
      <p:sp>
        <p:nvSpPr>
          <p:cNvPr id="280" name="TextBox 280"/>
          <p:cNvSpPr txBox="1"/>
          <p:nvPr/>
        </p:nvSpPr>
        <p:spPr>
          <a:xfrm>
            <a:off x="13258800" y="8010377"/>
            <a:ext cx="477650" cy="456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{count_p3k_nakes}</a:t>
            </a:r>
          </a:p>
        </p:txBody>
      </p:sp>
      <p:sp>
        <p:nvSpPr>
          <p:cNvPr id="281" name="TextBox 281"/>
          <p:cNvSpPr txBox="1"/>
          <p:nvPr/>
        </p:nvSpPr>
        <p:spPr>
          <a:xfrm>
            <a:off x="12321690" y="8251320"/>
            <a:ext cx="908818" cy="103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"/>
              </a:lnSpc>
            </a:pPr>
            <a:r>
              <a:rPr lang="en-US" sz="7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PPPK PARUH WAKTU</a:t>
            </a:r>
          </a:p>
        </p:txBody>
      </p:sp>
      <p:sp>
        <p:nvSpPr>
          <p:cNvPr id="282" name="TextBox 282"/>
          <p:cNvSpPr txBox="1"/>
          <p:nvPr/>
        </p:nvSpPr>
        <p:spPr>
          <a:xfrm>
            <a:off x="13258800" y="8229865"/>
            <a:ext cx="477650" cy="456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count_pw_nakes</a:t>
            </a: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83" name="TextBox 283"/>
          <p:cNvSpPr txBox="1"/>
          <p:nvPr/>
        </p:nvSpPr>
        <p:spPr>
          <a:xfrm>
            <a:off x="15807039" y="7782795"/>
            <a:ext cx="253008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PNS</a:t>
            </a:r>
          </a:p>
        </p:txBody>
      </p:sp>
      <p:sp>
        <p:nvSpPr>
          <p:cNvPr id="284" name="TextBox 284"/>
          <p:cNvSpPr txBox="1"/>
          <p:nvPr/>
        </p:nvSpPr>
        <p:spPr>
          <a:xfrm>
            <a:off x="17145000" y="7785604"/>
            <a:ext cx="522569" cy="456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count_pns_pelaksana</a:t>
            </a: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85" name="TextBox 285"/>
          <p:cNvSpPr txBox="1"/>
          <p:nvPr/>
        </p:nvSpPr>
        <p:spPr>
          <a:xfrm>
            <a:off x="15807039" y="7994924"/>
            <a:ext cx="323552" cy="14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99"/>
              </a:lnSpc>
            </a:pPr>
            <a:r>
              <a:rPr lang="en-US" sz="9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PPPK</a:t>
            </a:r>
          </a:p>
        </p:txBody>
      </p:sp>
      <p:sp>
        <p:nvSpPr>
          <p:cNvPr id="286" name="TextBox 286"/>
          <p:cNvSpPr txBox="1"/>
          <p:nvPr/>
        </p:nvSpPr>
        <p:spPr>
          <a:xfrm>
            <a:off x="17145000" y="7991403"/>
            <a:ext cx="522569" cy="456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{count_p3k_pelaksana}</a:t>
            </a:r>
          </a:p>
        </p:txBody>
      </p:sp>
      <p:sp>
        <p:nvSpPr>
          <p:cNvPr id="287" name="TextBox 287"/>
          <p:cNvSpPr txBox="1"/>
          <p:nvPr/>
        </p:nvSpPr>
        <p:spPr>
          <a:xfrm>
            <a:off x="15797126" y="8245062"/>
            <a:ext cx="1038652" cy="1185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0"/>
              </a:lnSpc>
            </a:pPr>
            <a:r>
              <a:rPr lang="en-US" sz="80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PPPK PARUH WAKTU</a:t>
            </a:r>
          </a:p>
        </p:txBody>
      </p:sp>
      <p:sp>
        <p:nvSpPr>
          <p:cNvPr id="288" name="TextBox 288"/>
          <p:cNvSpPr txBox="1"/>
          <p:nvPr/>
        </p:nvSpPr>
        <p:spPr>
          <a:xfrm>
            <a:off x="17145000" y="8226352"/>
            <a:ext cx="522569" cy="456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199"/>
              </a:lnSpc>
            </a:pP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999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count_pw_pelaksana</a:t>
            </a:r>
            <a:r>
              <a:rPr lang="en-US" sz="9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89" name="TextBox 289"/>
          <p:cNvSpPr txBox="1"/>
          <p:nvPr/>
        </p:nvSpPr>
        <p:spPr>
          <a:xfrm>
            <a:off x="430219" y="4386166"/>
            <a:ext cx="1266676" cy="30557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780"/>
              </a:lnSpc>
            </a:pPr>
            <a:r>
              <a:rPr lang="en-US" sz="3983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3983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persentase_vis_pria</a:t>
            </a:r>
            <a:r>
              <a:rPr lang="en-US" sz="3983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91" name="TextBox 291"/>
          <p:cNvSpPr txBox="1"/>
          <p:nvPr/>
        </p:nvSpPr>
        <p:spPr>
          <a:xfrm>
            <a:off x="2001500" y="4345942"/>
            <a:ext cx="743186" cy="342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22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PRIA</a:t>
            </a:r>
          </a:p>
        </p:txBody>
      </p:sp>
      <p:sp>
        <p:nvSpPr>
          <p:cNvPr id="292" name="TextBox 292"/>
          <p:cNvSpPr txBox="1"/>
          <p:nvPr/>
        </p:nvSpPr>
        <p:spPr>
          <a:xfrm>
            <a:off x="2001500" y="4731189"/>
            <a:ext cx="1312123" cy="6047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9"/>
              </a:lnSpc>
              <a:spcBef>
                <a:spcPct val="0"/>
              </a:spcBef>
            </a:pPr>
            <a:r>
              <a:rPr lang="en-US" sz="1999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999" b="1" dirty="0" err="1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count_pria</a:t>
            </a:r>
            <a:r>
              <a:rPr lang="en-US" sz="1999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93" name="TextBox 293"/>
          <p:cNvSpPr txBox="1"/>
          <p:nvPr/>
        </p:nvSpPr>
        <p:spPr>
          <a:xfrm>
            <a:off x="4390909" y="2764096"/>
            <a:ext cx="1266676" cy="36713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780"/>
              </a:lnSpc>
            </a:pPr>
            <a:r>
              <a:rPr lang="en-US" sz="3983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3983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persentase_vis_wanita</a:t>
            </a:r>
            <a:r>
              <a:rPr lang="en-US" sz="3983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95" name="TextBox 295"/>
          <p:cNvSpPr txBox="1"/>
          <p:nvPr/>
        </p:nvSpPr>
        <p:spPr>
          <a:xfrm>
            <a:off x="2995309" y="2779285"/>
            <a:ext cx="1312123" cy="342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22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WANITA</a:t>
            </a:r>
          </a:p>
        </p:txBody>
      </p:sp>
      <p:sp>
        <p:nvSpPr>
          <p:cNvPr id="296" name="TextBox 296"/>
          <p:cNvSpPr txBox="1"/>
          <p:nvPr/>
        </p:nvSpPr>
        <p:spPr>
          <a:xfrm>
            <a:off x="3025644" y="3175752"/>
            <a:ext cx="1596063" cy="6047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398"/>
              </a:lnSpc>
            </a:pPr>
            <a:r>
              <a:rPr lang="en-US" sz="1998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{</a:t>
            </a:r>
            <a:r>
              <a:rPr lang="en-US" sz="1998" b="1" dirty="0" err="1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count_wanita</a:t>
            </a:r>
            <a:r>
              <a:rPr lang="en-US" sz="1998" b="1" dirty="0">
                <a:solidFill>
                  <a:srgbClr val="FCFDF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}</a:t>
            </a:r>
          </a:p>
        </p:txBody>
      </p:sp>
      <p:sp>
        <p:nvSpPr>
          <p:cNvPr id="297" name="TextBox 297"/>
          <p:cNvSpPr txBox="1"/>
          <p:nvPr/>
        </p:nvSpPr>
        <p:spPr>
          <a:xfrm>
            <a:off x="243158" y="9875802"/>
            <a:ext cx="1966642" cy="228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1" dirty="0" err="1">
                <a:solidFill>
                  <a:srgbClr val="1C73E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Sumber</a:t>
            </a:r>
            <a:r>
              <a:rPr lang="en-US" sz="1500" b="1" dirty="0">
                <a:solidFill>
                  <a:srgbClr val="1C73E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: </a:t>
            </a:r>
            <a:r>
              <a:rPr lang="en-US" sz="1500" b="1" dirty="0">
                <a:solidFill>
                  <a:srgbClr val="DE1D5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SIASN BKN</a:t>
            </a:r>
          </a:p>
        </p:txBody>
      </p:sp>
      <p:sp>
        <p:nvSpPr>
          <p:cNvPr id="298" name="TextBox 298"/>
          <p:cNvSpPr txBox="1"/>
          <p:nvPr/>
        </p:nvSpPr>
        <p:spPr>
          <a:xfrm>
            <a:off x="10878764" y="9885610"/>
            <a:ext cx="7161609" cy="228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00"/>
              </a:lnSpc>
            </a:pPr>
            <a:r>
              <a:rPr lang="en-US" sz="1500" b="1" dirty="0">
                <a:solidFill>
                  <a:srgbClr val="1C73E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Data </a:t>
            </a:r>
            <a:r>
              <a:rPr lang="en-US" sz="1500" b="1" dirty="0" err="1">
                <a:solidFill>
                  <a:srgbClr val="1C73E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Diolah</a:t>
            </a:r>
            <a:r>
              <a:rPr lang="en-US" sz="1500" b="1" dirty="0">
                <a:solidFill>
                  <a:srgbClr val="1C73E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oleh </a:t>
            </a:r>
            <a:r>
              <a:rPr lang="en-US" sz="1500" b="1" dirty="0" err="1">
                <a:solidFill>
                  <a:srgbClr val="DE1D5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Direktorat</a:t>
            </a:r>
            <a:r>
              <a:rPr lang="en-US" sz="1500" b="1" dirty="0">
                <a:solidFill>
                  <a:srgbClr val="DE1D5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</a:t>
            </a:r>
            <a:r>
              <a:rPr lang="en-US" sz="1500" b="1" dirty="0" err="1">
                <a:solidFill>
                  <a:srgbClr val="DE1D5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Pengelolaan</a:t>
            </a:r>
            <a:r>
              <a:rPr lang="en-US" sz="1500" b="1" dirty="0">
                <a:solidFill>
                  <a:srgbClr val="DE1D5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Data dan </a:t>
            </a:r>
            <a:r>
              <a:rPr lang="en-US" sz="1500" b="1" dirty="0" err="1">
                <a:solidFill>
                  <a:srgbClr val="DE1D5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Penyajian</a:t>
            </a:r>
            <a:r>
              <a:rPr lang="en-US" sz="1500" b="1" dirty="0">
                <a:solidFill>
                  <a:srgbClr val="DE1D5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</a:t>
            </a:r>
            <a:r>
              <a:rPr lang="en-US" sz="1500" b="1" dirty="0" err="1">
                <a:solidFill>
                  <a:srgbClr val="DE1D5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Informasi</a:t>
            </a:r>
            <a:r>
              <a:rPr lang="en-US" sz="1500" b="1" dirty="0">
                <a:solidFill>
                  <a:srgbClr val="DE1D5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ASN</a:t>
            </a:r>
          </a:p>
        </p:txBody>
      </p:sp>
      <p:sp>
        <p:nvSpPr>
          <p:cNvPr id="216" name="TextBox 207">
            <a:extLst>
              <a:ext uri="{FF2B5EF4-FFF2-40B4-BE49-F238E27FC236}">
                <a16:creationId xmlns:a16="http://schemas.microsoft.com/office/drawing/2014/main" id="{D5AA7B2C-084B-BE5A-307F-6AFB9F86789A}"/>
              </a:ext>
            </a:extLst>
          </p:cNvPr>
          <p:cNvSpPr txBox="1"/>
          <p:nvPr/>
        </p:nvSpPr>
        <p:spPr>
          <a:xfrm>
            <a:off x="527789" y="9441315"/>
            <a:ext cx="964245" cy="2254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036"/>
              </a:lnSpc>
            </a:pPr>
            <a:r>
              <a:rPr 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SD - SMA</a:t>
            </a:r>
          </a:p>
        </p:txBody>
      </p:sp>
      <p:sp>
        <p:nvSpPr>
          <p:cNvPr id="217" name="TextBox 208">
            <a:extLst>
              <a:ext uri="{FF2B5EF4-FFF2-40B4-BE49-F238E27FC236}">
                <a16:creationId xmlns:a16="http://schemas.microsoft.com/office/drawing/2014/main" id="{90B4EDE1-874C-7706-6F9E-19EBC84212A8}"/>
              </a:ext>
            </a:extLst>
          </p:cNvPr>
          <p:cNvSpPr txBox="1"/>
          <p:nvPr/>
        </p:nvSpPr>
        <p:spPr>
          <a:xfrm>
            <a:off x="1684748" y="9441315"/>
            <a:ext cx="886663" cy="2254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6"/>
              </a:lnSpc>
            </a:pPr>
            <a:r>
              <a:rPr 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DI - DIII</a:t>
            </a:r>
          </a:p>
        </p:txBody>
      </p:sp>
      <p:sp>
        <p:nvSpPr>
          <p:cNvPr id="218" name="TextBox 209">
            <a:extLst>
              <a:ext uri="{FF2B5EF4-FFF2-40B4-BE49-F238E27FC236}">
                <a16:creationId xmlns:a16="http://schemas.microsoft.com/office/drawing/2014/main" id="{4EA28259-65C6-E7B8-4672-B3618A300E67}"/>
              </a:ext>
            </a:extLst>
          </p:cNvPr>
          <p:cNvSpPr txBox="1"/>
          <p:nvPr/>
        </p:nvSpPr>
        <p:spPr>
          <a:xfrm>
            <a:off x="2679563" y="9441315"/>
            <a:ext cx="978037" cy="2254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036"/>
              </a:lnSpc>
            </a:pPr>
            <a:r>
              <a:rPr 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DIV/S1/</a:t>
            </a:r>
            <a:r>
              <a:rPr lang="en-US" sz="1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Profesi</a:t>
            </a:r>
            <a:endParaRPr 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Open Sans Bold"/>
              <a:ea typeface="Open Sans Bold"/>
              <a:cs typeface="Open Sans Bold"/>
              <a:sym typeface="Open Sans Bold"/>
            </a:endParaRPr>
          </a:p>
        </p:txBody>
      </p:sp>
      <p:sp>
        <p:nvSpPr>
          <p:cNvPr id="219" name="TextBox 210">
            <a:extLst>
              <a:ext uri="{FF2B5EF4-FFF2-40B4-BE49-F238E27FC236}">
                <a16:creationId xmlns:a16="http://schemas.microsoft.com/office/drawing/2014/main" id="{D82D36AD-C1B9-DE9A-1DB0-979333037FBA}"/>
              </a:ext>
            </a:extLst>
          </p:cNvPr>
          <p:cNvSpPr txBox="1"/>
          <p:nvPr/>
        </p:nvSpPr>
        <p:spPr>
          <a:xfrm>
            <a:off x="3807046" y="9441315"/>
            <a:ext cx="876586" cy="2254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036"/>
              </a:lnSpc>
            </a:pPr>
            <a:r>
              <a:rPr 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S2/</a:t>
            </a:r>
            <a:r>
              <a:rPr lang="en-US" sz="1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Spesialis</a:t>
            </a:r>
            <a:endParaRPr 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Open Sans Bold"/>
              <a:ea typeface="Open Sans Bold"/>
              <a:cs typeface="Open Sans Bold"/>
              <a:sym typeface="Open Sans Bold"/>
            </a:endParaRPr>
          </a:p>
        </p:txBody>
      </p:sp>
      <p:sp>
        <p:nvSpPr>
          <p:cNvPr id="220" name="TextBox 211">
            <a:extLst>
              <a:ext uri="{FF2B5EF4-FFF2-40B4-BE49-F238E27FC236}">
                <a16:creationId xmlns:a16="http://schemas.microsoft.com/office/drawing/2014/main" id="{DCE97FB7-69A8-0D47-564C-1AC265E046EC}"/>
              </a:ext>
            </a:extLst>
          </p:cNvPr>
          <p:cNvSpPr txBox="1"/>
          <p:nvPr/>
        </p:nvSpPr>
        <p:spPr>
          <a:xfrm>
            <a:off x="4833078" y="9441315"/>
            <a:ext cx="993826" cy="2254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036"/>
              </a:lnSpc>
            </a:pPr>
            <a:r>
              <a:rPr 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S3/</a:t>
            </a:r>
            <a:r>
              <a:rPr lang="en-US" sz="1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Subspesialis</a:t>
            </a:r>
            <a:endParaRPr 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Open Sans Bold"/>
              <a:ea typeface="Open Sans Bold"/>
              <a:cs typeface="Open Sans Bold"/>
              <a:sym typeface="Open Sans Bold"/>
            </a:endParaRPr>
          </a:p>
        </p:txBody>
      </p:sp>
      <p:sp>
        <p:nvSpPr>
          <p:cNvPr id="2" name="TextBox 297">
            <a:extLst>
              <a:ext uri="{FF2B5EF4-FFF2-40B4-BE49-F238E27FC236}">
                <a16:creationId xmlns:a16="http://schemas.microsoft.com/office/drawing/2014/main" id="{00309BEA-2BAB-95B8-7B8B-D7DCF1A08F53}"/>
              </a:ext>
            </a:extLst>
          </p:cNvPr>
          <p:cNvSpPr txBox="1"/>
          <p:nvPr/>
        </p:nvSpPr>
        <p:spPr>
          <a:xfrm>
            <a:off x="8015558" y="9891005"/>
            <a:ext cx="1966642" cy="228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 b="1" dirty="0">
                <a:solidFill>
                  <a:srgbClr val="E0E0E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-YN-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</TotalTime>
  <Words>457</Words>
  <Application>Microsoft Office PowerPoint</Application>
  <PresentationFormat>Custom</PresentationFormat>
  <Paragraphs>108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Open Sans</vt:lpstr>
      <vt:lpstr>Open Sans Bold</vt:lpstr>
      <vt:lpstr>Open Sans Bold Italics</vt:lpstr>
      <vt:lpstr>Aptos</vt:lpstr>
      <vt:lpstr>Arial Bold</vt:lpstr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Infografis Nasional</dc:title>
  <cp:lastModifiedBy>Yofadikara Nurrohman</cp:lastModifiedBy>
  <cp:revision>7</cp:revision>
  <dcterms:created xsi:type="dcterms:W3CDTF">2006-08-16T00:00:00Z</dcterms:created>
  <dcterms:modified xsi:type="dcterms:W3CDTF">2026-06-10T03:32:50Z</dcterms:modified>
  <dc:identifier>DAG9dfMjtYk</dc:identifier>
</cp:coreProperties>
</file>